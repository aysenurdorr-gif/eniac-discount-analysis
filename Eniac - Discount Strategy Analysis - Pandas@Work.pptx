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Rubik Light"/>
      <p:regular r:id="rId21"/>
      <p:bold r:id="rId22"/>
      <p:italic r:id="rId23"/>
      <p:boldItalic r:id="rId24"/>
    </p:embeddedFont>
    <p:embeddedFont>
      <p:font typeface="Roboto Light"/>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72D6273-3D3D-46A0-9595-4D8AFD8BBCAA}">
  <a:tblStyle styleId="{072D6273-3D3D-46A0-9595-4D8AFD8BBCA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ubikLight-bold.fntdata"/><Relationship Id="rId21" Type="http://schemas.openxmlformats.org/officeDocument/2006/relationships/font" Target="fonts/RubikLight-regular.fntdata"/><Relationship Id="rId24" Type="http://schemas.openxmlformats.org/officeDocument/2006/relationships/font" Target="fonts/RubikLight-boldItalic.fntdata"/><Relationship Id="rId23" Type="http://schemas.openxmlformats.org/officeDocument/2006/relationships/font" Target="fonts/RubikLight-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Light-bold.fntdata"/><Relationship Id="rId25" Type="http://schemas.openxmlformats.org/officeDocument/2006/relationships/font" Target="fonts/RobotoLight-regular.fntdata"/><Relationship Id="rId28" Type="http://schemas.openxmlformats.org/officeDocument/2006/relationships/font" Target="fonts/RobotoLight-boldItalic.fntdata"/><Relationship Id="rId27" Type="http://schemas.openxmlformats.org/officeDocument/2006/relationships/font" Target="fonts/RobotoLight-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Eniac’s Marketing Team is </a:t>
            </a:r>
            <a:r>
              <a:rPr lang="en"/>
              <a:t>convinced</a:t>
            </a:r>
            <a:r>
              <a:rPr lang="en"/>
              <a:t> that offering discounts is beneficial in the long run, improving customer acquisition, satisfaction and retention. The Board of Investors are worried about offering aggressive discounts, as the recent quarterly results showed an increase in number of orders but a decrease in the total revenue.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As the digital adoption is increasing and 37 million Spaniards are expected to buy things online by 2025. This trend also helps in bringing premium products closer to the consumers.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be1a9d87fd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be1a9d87fd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study shows that e-commerce market is on the rise in Spain and is experiencing rapid growth. During the 1st quarter of 2017, e-commerce transactions increased by almost 25% on a YoY comparison.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Because of the price sensitivity and consumer behaviour, a proper discount strategy is very much essential to attract the consumers to premium products without compromising on quality and revenue.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be1a9d87fd_1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g3be1a9d87fd_1_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e1a9d87fd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3be1a9d87fd_1_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be1a9d87fd_1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3be1a9d87fd_1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bfca60da39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bfca60da39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be1a9d87fd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g3be1a9d87fd_1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be1a9d87fd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3be1a9d87fd_1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be1a9d87fd_1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3be1a9d87fd_1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be1a9d87fd_1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g3be1a9d87fd_1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bfca60da39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bfca60da39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4" name="Shape 14"/>
        <p:cNvGrpSpPr/>
        <p:nvPr/>
      </p:nvGrpSpPr>
      <p:grpSpPr>
        <a:xfrm>
          <a:off x="0" y="0"/>
          <a:ext cx="0" cy="0"/>
          <a:chOff x="0" y="0"/>
          <a:chExt cx="0" cy="0"/>
        </a:xfrm>
      </p:grpSpPr>
      <p:sp>
        <p:nvSpPr>
          <p:cNvPr id="15" name="Google Shape;15;p3"/>
          <p:cNvSpPr/>
          <p:nvPr/>
        </p:nvSpPr>
        <p:spPr>
          <a:xfrm>
            <a:off x="476100" y="465300"/>
            <a:ext cx="8191800" cy="4212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7" name="Google Shape;17;p3"/>
          <p:cNvPicPr preferRelativeResize="0"/>
          <p:nvPr/>
        </p:nvPicPr>
        <p:blipFill rotWithShape="1">
          <a:blip r:embed="rId2">
            <a:alphaModFix/>
          </a:blip>
          <a:srcRect b="0" l="0" r="0" t="0"/>
          <a:stretch/>
        </p:blipFill>
        <p:spPr>
          <a:xfrm>
            <a:off x="503400" y="4772413"/>
            <a:ext cx="952300" cy="250626"/>
          </a:xfrm>
          <a:prstGeom prst="rect">
            <a:avLst/>
          </a:prstGeom>
          <a:noFill/>
          <a:ln>
            <a:noFill/>
          </a:ln>
        </p:spPr>
      </p:pic>
      <p:sp>
        <p:nvSpPr>
          <p:cNvPr id="18" name="Google Shape;18;p3"/>
          <p:cNvSpPr txBox="1"/>
          <p:nvPr>
            <p:ph type="title"/>
          </p:nvPr>
        </p:nvSpPr>
        <p:spPr>
          <a:xfrm>
            <a:off x="651150" y="468500"/>
            <a:ext cx="78213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19" name="Shape 19"/>
        <p:cNvGrpSpPr/>
        <p:nvPr/>
      </p:nvGrpSpPr>
      <p:grpSpPr>
        <a:xfrm>
          <a:off x="0" y="0"/>
          <a:ext cx="0" cy="0"/>
          <a:chOff x="0" y="0"/>
          <a:chExt cx="0" cy="0"/>
        </a:xfrm>
      </p:grpSpPr>
      <p:sp>
        <p:nvSpPr>
          <p:cNvPr id="20" name="Google Shape;20;p4"/>
          <p:cNvSpPr txBox="1"/>
          <p:nvPr>
            <p:ph type="title"/>
          </p:nvPr>
        </p:nvSpPr>
        <p:spPr>
          <a:xfrm>
            <a:off x="490300" y="1206900"/>
            <a:ext cx="8071200" cy="2607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5200"/>
              <a:buNone/>
              <a:defRPr sz="5200"/>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pic>
        <p:nvPicPr>
          <p:cNvPr id="21" name="Google Shape;21;p4"/>
          <p:cNvPicPr preferRelativeResize="0"/>
          <p:nvPr/>
        </p:nvPicPr>
        <p:blipFill rotWithShape="1">
          <a:blip r:embed="rId2">
            <a:alphaModFix/>
          </a:blip>
          <a:srcRect b="0" l="0" r="0" t="0"/>
          <a:stretch/>
        </p:blipFill>
        <p:spPr>
          <a:xfrm>
            <a:off x="221100" y="4713838"/>
            <a:ext cx="952300" cy="250626"/>
          </a:xfrm>
          <a:prstGeom prst="rect">
            <a:avLst/>
          </a:prstGeom>
          <a:noFill/>
          <a:ln>
            <a:noFill/>
          </a:ln>
        </p:spPr>
      </p:pic>
      <p:sp>
        <p:nvSpPr>
          <p:cNvPr id="22" name="Google Shape;22;p4"/>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latin typeface="Roboto Light"/>
                <a:ea typeface="Roboto Light"/>
                <a:cs typeface="Roboto Light"/>
                <a:sym typeface="Roboto Light"/>
              </a:defRPr>
            </a:lvl1pPr>
            <a:lvl2pPr lvl="1">
              <a:buNone/>
              <a:defRPr sz="1300">
                <a:latin typeface="Roboto Light"/>
                <a:ea typeface="Roboto Light"/>
                <a:cs typeface="Roboto Light"/>
                <a:sym typeface="Roboto Light"/>
              </a:defRPr>
            </a:lvl2pPr>
            <a:lvl3pPr lvl="2">
              <a:buNone/>
              <a:defRPr sz="1300">
                <a:latin typeface="Roboto Light"/>
                <a:ea typeface="Roboto Light"/>
                <a:cs typeface="Roboto Light"/>
                <a:sym typeface="Roboto Light"/>
              </a:defRPr>
            </a:lvl3pPr>
            <a:lvl4pPr lvl="3">
              <a:buNone/>
              <a:defRPr sz="1300">
                <a:latin typeface="Roboto Light"/>
                <a:ea typeface="Roboto Light"/>
                <a:cs typeface="Roboto Light"/>
                <a:sym typeface="Roboto Light"/>
              </a:defRPr>
            </a:lvl4pPr>
            <a:lvl5pPr lvl="4">
              <a:buNone/>
              <a:defRPr sz="1300">
                <a:latin typeface="Roboto Light"/>
                <a:ea typeface="Roboto Light"/>
                <a:cs typeface="Roboto Light"/>
                <a:sym typeface="Roboto Light"/>
              </a:defRPr>
            </a:lvl5pPr>
            <a:lvl6pPr lvl="5">
              <a:buNone/>
              <a:defRPr sz="1300">
                <a:latin typeface="Roboto Light"/>
                <a:ea typeface="Roboto Light"/>
                <a:cs typeface="Roboto Light"/>
                <a:sym typeface="Roboto Light"/>
              </a:defRPr>
            </a:lvl6pPr>
            <a:lvl7pPr lvl="6">
              <a:buNone/>
              <a:defRPr sz="1300">
                <a:latin typeface="Roboto Light"/>
                <a:ea typeface="Roboto Light"/>
                <a:cs typeface="Roboto Light"/>
                <a:sym typeface="Roboto Light"/>
              </a:defRPr>
            </a:lvl7pPr>
            <a:lvl8pPr lvl="7">
              <a:buNone/>
              <a:defRPr sz="1300">
                <a:latin typeface="Roboto Light"/>
                <a:ea typeface="Roboto Light"/>
                <a:cs typeface="Roboto Light"/>
                <a:sym typeface="Roboto Light"/>
              </a:defRPr>
            </a:lvl8pPr>
            <a:lvl9pPr lvl="8">
              <a:buNone/>
              <a:defRPr sz="1300">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5"/>
          <p:cNvSpPr/>
          <p:nvPr/>
        </p:nvSpPr>
        <p:spPr>
          <a:xfrm>
            <a:off x="476100" y="465300"/>
            <a:ext cx="8191800" cy="4212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5"/>
          <p:cNvSpPr txBox="1"/>
          <p:nvPr>
            <p:ph type="title"/>
          </p:nvPr>
        </p:nvSpPr>
        <p:spPr>
          <a:xfrm>
            <a:off x="688325" y="2150850"/>
            <a:ext cx="77673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6" name="Google Shape;26;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7" name="Google Shape;27;p5"/>
          <p:cNvPicPr preferRelativeResize="0"/>
          <p:nvPr/>
        </p:nvPicPr>
        <p:blipFill rotWithShape="1">
          <a:blip r:embed="rId2">
            <a:alphaModFix/>
          </a:blip>
          <a:srcRect b="0" l="0" r="0" t="0"/>
          <a:stretch/>
        </p:blipFill>
        <p:spPr>
          <a:xfrm>
            <a:off x="503400" y="4772413"/>
            <a:ext cx="952300" cy="25062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1">
    <p:spTree>
      <p:nvGrpSpPr>
        <p:cNvPr id="28" name="Shape 28"/>
        <p:cNvGrpSpPr/>
        <p:nvPr/>
      </p:nvGrpSpPr>
      <p:grpSpPr>
        <a:xfrm>
          <a:off x="0" y="0"/>
          <a:ext cx="0" cy="0"/>
          <a:chOff x="0" y="0"/>
          <a:chExt cx="0" cy="0"/>
        </a:xfrm>
      </p:grpSpPr>
      <p:sp>
        <p:nvSpPr>
          <p:cNvPr id="29" name="Google Shape;29;p6"/>
          <p:cNvSpPr txBox="1"/>
          <p:nvPr>
            <p:ph type="title"/>
          </p:nvPr>
        </p:nvSpPr>
        <p:spPr>
          <a:xfrm>
            <a:off x="221100" y="167175"/>
            <a:ext cx="78213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2"/>
              </a:buClr>
              <a:buSzPts val="3800"/>
              <a:buNone/>
              <a:defRPr sz="3800">
                <a:solidFill>
                  <a:schemeClr val="dk2"/>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30" name="Google Shape;30;p6"/>
          <p:cNvCxnSpPr/>
          <p:nvPr/>
        </p:nvCxnSpPr>
        <p:spPr>
          <a:xfrm>
            <a:off x="294900" y="899725"/>
            <a:ext cx="8521500" cy="0"/>
          </a:xfrm>
          <a:prstGeom prst="straightConnector1">
            <a:avLst/>
          </a:prstGeom>
          <a:noFill/>
          <a:ln cap="flat" cmpd="sng" w="9525">
            <a:solidFill>
              <a:schemeClr val="dk2"/>
            </a:solidFill>
            <a:prstDash val="solid"/>
            <a:round/>
            <a:headEnd len="sm" w="sm" type="none"/>
            <a:tailEnd len="sm" w="sm" type="none"/>
          </a:ln>
        </p:spPr>
      </p:cxnSp>
      <p:pic>
        <p:nvPicPr>
          <p:cNvPr id="31" name="Google Shape;31;p6"/>
          <p:cNvPicPr preferRelativeResize="0"/>
          <p:nvPr/>
        </p:nvPicPr>
        <p:blipFill rotWithShape="1">
          <a:blip r:embed="rId2">
            <a:alphaModFix/>
          </a:blip>
          <a:srcRect b="0" l="0" r="0" t="0"/>
          <a:stretch/>
        </p:blipFill>
        <p:spPr>
          <a:xfrm>
            <a:off x="221100" y="4713838"/>
            <a:ext cx="952300" cy="250626"/>
          </a:xfrm>
          <a:prstGeom prst="rect">
            <a:avLst/>
          </a:prstGeom>
          <a:noFill/>
          <a:ln>
            <a:noFill/>
          </a:ln>
        </p:spPr>
      </p:pic>
      <p:sp>
        <p:nvSpPr>
          <p:cNvPr id="32" name="Google Shape;32;p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latin typeface="Roboto Light"/>
                <a:ea typeface="Roboto Light"/>
                <a:cs typeface="Roboto Light"/>
                <a:sym typeface="Roboto Light"/>
              </a:defRPr>
            </a:lvl1pPr>
            <a:lvl2pPr lvl="1">
              <a:buNone/>
              <a:defRPr sz="1300">
                <a:latin typeface="Roboto Light"/>
                <a:ea typeface="Roboto Light"/>
                <a:cs typeface="Roboto Light"/>
                <a:sym typeface="Roboto Light"/>
              </a:defRPr>
            </a:lvl2pPr>
            <a:lvl3pPr lvl="2">
              <a:buNone/>
              <a:defRPr sz="1300">
                <a:latin typeface="Roboto Light"/>
                <a:ea typeface="Roboto Light"/>
                <a:cs typeface="Roboto Light"/>
                <a:sym typeface="Roboto Light"/>
              </a:defRPr>
            </a:lvl3pPr>
            <a:lvl4pPr lvl="3">
              <a:buNone/>
              <a:defRPr sz="1300">
                <a:latin typeface="Roboto Light"/>
                <a:ea typeface="Roboto Light"/>
                <a:cs typeface="Roboto Light"/>
                <a:sym typeface="Roboto Light"/>
              </a:defRPr>
            </a:lvl4pPr>
            <a:lvl5pPr lvl="4">
              <a:buNone/>
              <a:defRPr sz="1300">
                <a:latin typeface="Roboto Light"/>
                <a:ea typeface="Roboto Light"/>
                <a:cs typeface="Roboto Light"/>
                <a:sym typeface="Roboto Light"/>
              </a:defRPr>
            </a:lvl5pPr>
            <a:lvl6pPr lvl="5">
              <a:buNone/>
              <a:defRPr sz="1300">
                <a:latin typeface="Roboto Light"/>
                <a:ea typeface="Roboto Light"/>
                <a:cs typeface="Roboto Light"/>
                <a:sym typeface="Roboto Light"/>
              </a:defRPr>
            </a:lvl6pPr>
            <a:lvl7pPr lvl="6">
              <a:buNone/>
              <a:defRPr sz="1300">
                <a:latin typeface="Roboto Light"/>
                <a:ea typeface="Roboto Light"/>
                <a:cs typeface="Roboto Light"/>
                <a:sym typeface="Roboto Light"/>
              </a:defRPr>
            </a:lvl7pPr>
            <a:lvl8pPr lvl="7">
              <a:buNone/>
              <a:defRPr sz="1300">
                <a:latin typeface="Roboto Light"/>
                <a:ea typeface="Roboto Light"/>
                <a:cs typeface="Roboto Light"/>
                <a:sym typeface="Roboto Light"/>
              </a:defRPr>
            </a:lvl8pPr>
            <a:lvl9pPr lvl="8">
              <a:buNone/>
              <a:defRPr sz="1300">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guide id="3" pos="186">
          <p15:clr>
            <a:srgbClr val="FA7B17"/>
          </p15:clr>
        </p15:guide>
        <p15:guide id="4" pos="5556">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1" type="title">
  <p:cSld name="TITLE">
    <p:spTree>
      <p:nvGrpSpPr>
        <p:cNvPr id="33" name="Shape 33"/>
        <p:cNvGrpSpPr/>
        <p:nvPr/>
      </p:nvGrpSpPr>
      <p:grpSpPr>
        <a:xfrm>
          <a:off x="0" y="0"/>
          <a:ext cx="0" cy="0"/>
          <a:chOff x="0" y="0"/>
          <a:chExt cx="0" cy="0"/>
        </a:xfrm>
      </p:grpSpPr>
      <p:sp>
        <p:nvSpPr>
          <p:cNvPr id="34" name="Google Shape;34;p7"/>
          <p:cNvSpPr/>
          <p:nvPr/>
        </p:nvSpPr>
        <p:spPr>
          <a:xfrm>
            <a:off x="476100" y="465300"/>
            <a:ext cx="8191800" cy="4212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7"/>
          <p:cNvSpPr txBox="1"/>
          <p:nvPr>
            <p:ph type="ctrTitle"/>
          </p:nvPr>
        </p:nvSpPr>
        <p:spPr>
          <a:xfrm>
            <a:off x="224683" y="2690100"/>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Font typeface="Rubik Light"/>
              <a:buNone/>
              <a:defRPr sz="5200">
                <a:latin typeface="Rubik Light"/>
                <a:ea typeface="Rubik Light"/>
                <a:cs typeface="Rubik Light"/>
                <a:sym typeface="Rubik Ligh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6" name="Google Shape;36;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37" name="Google Shape;37;p7"/>
          <p:cNvPicPr preferRelativeResize="0"/>
          <p:nvPr/>
        </p:nvPicPr>
        <p:blipFill rotWithShape="1">
          <a:blip r:embed="rId2">
            <a:alphaModFix/>
          </a:blip>
          <a:srcRect b="0" l="0" r="0" t="0"/>
          <a:stretch/>
        </p:blipFill>
        <p:spPr>
          <a:xfrm>
            <a:off x="503400" y="4772413"/>
            <a:ext cx="952300" cy="2506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1 1">
  <p:cSld name="TITLE_1">
    <p:spTree>
      <p:nvGrpSpPr>
        <p:cNvPr id="38" name="Shape 38"/>
        <p:cNvGrpSpPr/>
        <p:nvPr/>
      </p:nvGrpSpPr>
      <p:grpSpPr>
        <a:xfrm>
          <a:off x="0" y="0"/>
          <a:ext cx="0" cy="0"/>
          <a:chOff x="0" y="0"/>
          <a:chExt cx="0" cy="0"/>
        </a:xfrm>
      </p:grpSpPr>
      <p:sp>
        <p:nvSpPr>
          <p:cNvPr id="39" name="Google Shape;39;p8"/>
          <p:cNvSpPr/>
          <p:nvPr/>
        </p:nvSpPr>
        <p:spPr>
          <a:xfrm>
            <a:off x="476100" y="465300"/>
            <a:ext cx="8191800" cy="4212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8"/>
          <p:cNvSpPr txBox="1"/>
          <p:nvPr>
            <p:ph type="ctrTitle"/>
          </p:nvPr>
        </p:nvSpPr>
        <p:spPr>
          <a:xfrm>
            <a:off x="224683" y="2690100"/>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Font typeface="Rubik Light"/>
              <a:buNone/>
              <a:defRPr sz="5200">
                <a:latin typeface="Rubik Light"/>
                <a:ea typeface="Rubik Light"/>
                <a:cs typeface="Rubik Light"/>
                <a:sym typeface="Rubik Ligh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1" name="Google Shape;4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42" name="Google Shape;42;p8"/>
          <p:cNvPicPr preferRelativeResize="0"/>
          <p:nvPr/>
        </p:nvPicPr>
        <p:blipFill rotWithShape="1">
          <a:blip r:embed="rId2">
            <a:alphaModFix/>
          </a:blip>
          <a:srcRect b="0" l="0" r="0" t="0"/>
          <a:stretch/>
        </p:blipFill>
        <p:spPr>
          <a:xfrm>
            <a:off x="503400" y="4772413"/>
            <a:ext cx="952300" cy="25062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3" name="Shape 43"/>
        <p:cNvGrpSpPr/>
        <p:nvPr/>
      </p:nvGrpSpPr>
      <p:grpSpPr>
        <a:xfrm>
          <a:off x="0" y="0"/>
          <a:ext cx="0" cy="0"/>
          <a:chOff x="0" y="0"/>
          <a:chExt cx="0" cy="0"/>
        </a:xfrm>
      </p:grpSpPr>
      <p:sp>
        <p:nvSpPr>
          <p:cNvPr id="44" name="Google Shape;44;p9"/>
          <p:cNvSpPr/>
          <p:nvPr/>
        </p:nvSpPr>
        <p:spPr>
          <a:xfrm>
            <a:off x="476100" y="465300"/>
            <a:ext cx="8191800" cy="4212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9"/>
          <p:cNvSpPr txBox="1"/>
          <p:nvPr>
            <p:ph type="title"/>
          </p:nvPr>
        </p:nvSpPr>
        <p:spPr>
          <a:xfrm>
            <a:off x="651150" y="468500"/>
            <a:ext cx="78213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46" name="Google Shape;46;p9"/>
          <p:cNvSpPr txBox="1"/>
          <p:nvPr>
            <p:ph idx="1" type="body"/>
          </p:nvPr>
        </p:nvSpPr>
        <p:spPr>
          <a:xfrm>
            <a:off x="724950" y="1372650"/>
            <a:ext cx="3954600" cy="3082500"/>
          </a:xfrm>
          <a:prstGeom prst="rect">
            <a:avLst/>
          </a:prstGeom>
          <a:noFill/>
          <a:ln>
            <a:noFill/>
          </a:ln>
        </p:spPr>
        <p:txBody>
          <a:bodyPr anchorCtr="0" anchor="t" bIns="91425" lIns="91425" spcFirstLastPara="1" rIns="91425" wrap="square" tIns="91425">
            <a:normAutofit/>
          </a:bodyPr>
          <a:lstStyle>
            <a:lvl1pPr indent="-330200" lvl="0" marL="457200" algn="l">
              <a:lnSpc>
                <a:spcPct val="150000"/>
              </a:lnSpc>
              <a:spcBef>
                <a:spcPts val="0"/>
              </a:spcBef>
              <a:spcAft>
                <a:spcPts val="0"/>
              </a:spcAft>
              <a:buSzPts val="1600"/>
              <a:buChar char="●"/>
              <a:defRPr/>
            </a:lvl1pPr>
            <a:lvl2pPr indent="-317500" lvl="1" marL="914400" algn="l">
              <a:lnSpc>
                <a:spcPct val="115000"/>
              </a:lnSpc>
              <a:spcBef>
                <a:spcPts val="0"/>
              </a:spcBef>
              <a:spcAft>
                <a:spcPts val="0"/>
              </a:spcAft>
              <a:buSzPts val="1400"/>
              <a:buChar char="○"/>
              <a:defRPr/>
            </a:lvl2pPr>
            <a:lvl3pPr indent="-311150" lvl="2" marL="1371600" algn="l">
              <a:lnSpc>
                <a:spcPct val="115000"/>
              </a:lnSpc>
              <a:spcBef>
                <a:spcPts val="0"/>
              </a:spcBef>
              <a:spcAft>
                <a:spcPts val="0"/>
              </a:spcAft>
              <a:buSzPts val="1300"/>
              <a:buChar char="■"/>
              <a:defRPr/>
            </a:lvl3pPr>
            <a:lvl4pPr indent="-304800" lvl="3" marL="1828800" algn="l">
              <a:lnSpc>
                <a:spcPct val="115000"/>
              </a:lnSpc>
              <a:spcBef>
                <a:spcPts val="0"/>
              </a:spcBef>
              <a:spcAft>
                <a:spcPts val="0"/>
              </a:spcAft>
              <a:buSzPts val="1200"/>
              <a:buChar char="●"/>
              <a:defRPr/>
            </a:lvl4pPr>
            <a:lvl5pPr indent="-298450" lvl="4" marL="2286000" algn="l">
              <a:lnSpc>
                <a:spcPct val="115000"/>
              </a:lnSpc>
              <a:spcBef>
                <a:spcPts val="0"/>
              </a:spcBef>
              <a:spcAft>
                <a:spcPts val="0"/>
              </a:spcAft>
              <a:buSzPts val="1100"/>
              <a:buChar char="○"/>
              <a:defRPr/>
            </a:lvl5pPr>
            <a:lvl6pPr indent="-292100" lvl="5" marL="2743200" algn="l">
              <a:lnSpc>
                <a:spcPct val="115000"/>
              </a:lnSpc>
              <a:spcBef>
                <a:spcPts val="0"/>
              </a:spcBef>
              <a:spcAft>
                <a:spcPts val="0"/>
              </a:spcAft>
              <a:buSzPts val="1000"/>
              <a:buChar char="■"/>
              <a:defRPr/>
            </a:lvl6pPr>
            <a:lvl7pPr indent="-285750" lvl="6" marL="3200400" algn="l">
              <a:lnSpc>
                <a:spcPct val="115000"/>
              </a:lnSpc>
              <a:spcBef>
                <a:spcPts val="0"/>
              </a:spcBef>
              <a:spcAft>
                <a:spcPts val="0"/>
              </a:spcAft>
              <a:buSzPts val="900"/>
              <a:buChar char="●"/>
              <a:defRPr/>
            </a:lvl7pPr>
            <a:lvl8pPr indent="-285750" lvl="7" marL="3657600" algn="l">
              <a:lnSpc>
                <a:spcPct val="115000"/>
              </a:lnSpc>
              <a:spcBef>
                <a:spcPts val="0"/>
              </a:spcBef>
              <a:spcAft>
                <a:spcPts val="0"/>
              </a:spcAft>
              <a:buSzPts val="900"/>
              <a:buChar char="○"/>
              <a:defRPr/>
            </a:lvl8pPr>
            <a:lvl9pPr indent="-285750" lvl="8" marL="4114800" algn="l">
              <a:lnSpc>
                <a:spcPct val="115000"/>
              </a:lnSpc>
              <a:spcBef>
                <a:spcPts val="0"/>
              </a:spcBef>
              <a:spcAft>
                <a:spcPts val="0"/>
              </a:spcAft>
              <a:buSzPts val="900"/>
              <a:buChar char="■"/>
              <a:defRPr/>
            </a:lvl9pPr>
          </a:lstStyle>
          <a:p/>
        </p:txBody>
      </p:sp>
      <p:sp>
        <p:nvSpPr>
          <p:cNvPr id="47" name="Google Shape;47;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48" name="Google Shape;48;p9"/>
          <p:cNvCxnSpPr/>
          <p:nvPr/>
        </p:nvCxnSpPr>
        <p:spPr>
          <a:xfrm>
            <a:off x="724950" y="1206925"/>
            <a:ext cx="7694100" cy="0"/>
          </a:xfrm>
          <a:prstGeom prst="straightConnector1">
            <a:avLst/>
          </a:prstGeom>
          <a:noFill/>
          <a:ln cap="flat" cmpd="sng" w="9525">
            <a:solidFill>
              <a:schemeClr val="dk2"/>
            </a:solidFill>
            <a:prstDash val="solid"/>
            <a:round/>
            <a:headEnd len="sm" w="sm" type="none"/>
            <a:tailEnd len="sm" w="sm" type="none"/>
          </a:ln>
        </p:spPr>
      </p:cxnSp>
      <p:sp>
        <p:nvSpPr>
          <p:cNvPr id="49" name="Google Shape;49;p9"/>
          <p:cNvSpPr/>
          <p:nvPr/>
        </p:nvSpPr>
        <p:spPr>
          <a:xfrm>
            <a:off x="5034400" y="1436400"/>
            <a:ext cx="3345900" cy="2955000"/>
          </a:xfrm>
          <a:prstGeom prst="rect">
            <a:avLst/>
          </a:prstGeom>
          <a:solidFill>
            <a:srgbClr val="FFFFFF"/>
          </a:solidFill>
          <a:ln>
            <a:noFill/>
          </a:ln>
          <a:effectLst>
            <a:outerShdw blurRad="57150" rotWithShape="0" algn="bl" dir="5400000" dist="19050">
              <a:srgbClr val="000000">
                <a:alpha val="4941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0" name="Google Shape;50;p9"/>
          <p:cNvPicPr preferRelativeResize="0"/>
          <p:nvPr/>
        </p:nvPicPr>
        <p:blipFill rotWithShape="1">
          <a:blip r:embed="rId2">
            <a:alphaModFix/>
          </a:blip>
          <a:srcRect b="0" l="0" r="0" t="0"/>
          <a:stretch/>
        </p:blipFill>
        <p:spPr>
          <a:xfrm>
            <a:off x="503400" y="4772413"/>
            <a:ext cx="952300" cy="250626"/>
          </a:xfrm>
          <a:prstGeom prst="rect">
            <a:avLst/>
          </a:prstGeom>
          <a:noFill/>
          <a:ln>
            <a:noFill/>
          </a:ln>
        </p:spPr>
      </p:pic>
    </p:spTree>
  </p:cSld>
  <p:clrMapOvr>
    <a:masterClrMapping/>
  </p:clrMapOvr>
  <p:extLst>
    <p:ext uri="{DCECCB84-F9BA-43D5-87BE-67443E8EF086}">
      <p15:sldGuideLst>
        <p15:guide id="1" pos="3171">
          <p15:clr>
            <a:srgbClr val="FA7B17"/>
          </p15:clr>
        </p15:guide>
        <p15:guide id="2" pos="5288">
          <p15:clr>
            <a:srgbClr val="FA7B17"/>
          </p15:clr>
        </p15:guide>
        <p15:guide id="3" orient="horz" pos="2768">
          <p15:clr>
            <a:srgbClr val="FA7B17"/>
          </p15:clr>
        </p15:guide>
        <p15:guide id="4" orient="horz" pos="903">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1" name="Shape 51"/>
        <p:cNvGrpSpPr/>
        <p:nvPr/>
      </p:nvGrpSpPr>
      <p:grpSpPr>
        <a:xfrm>
          <a:off x="0" y="0"/>
          <a:ext cx="0" cy="0"/>
          <a:chOff x="0" y="0"/>
          <a:chExt cx="0" cy="0"/>
        </a:xfrm>
      </p:grpSpPr>
      <p:sp>
        <p:nvSpPr>
          <p:cNvPr id="52" name="Google Shape;52;p10"/>
          <p:cNvSpPr/>
          <p:nvPr/>
        </p:nvSpPr>
        <p:spPr>
          <a:xfrm>
            <a:off x="476100" y="465300"/>
            <a:ext cx="8191800" cy="4212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10"/>
          <p:cNvSpPr txBox="1"/>
          <p:nvPr>
            <p:ph idx="1" type="body"/>
          </p:nvPr>
        </p:nvSpPr>
        <p:spPr>
          <a:xfrm>
            <a:off x="4832400" y="1372625"/>
            <a:ext cx="3639900" cy="3082500"/>
          </a:xfrm>
          <a:prstGeom prst="rect">
            <a:avLst/>
          </a:prstGeom>
          <a:noFill/>
          <a:ln>
            <a:noFill/>
          </a:ln>
        </p:spPr>
        <p:txBody>
          <a:bodyPr anchorCtr="0" anchor="t" bIns="91425" lIns="91425" spcFirstLastPara="1" rIns="91425" wrap="square" tIns="91425">
            <a:normAutofit/>
          </a:bodyPr>
          <a:lstStyle>
            <a:lvl1pPr indent="-317500" lvl="0" marL="457200" algn="l">
              <a:lnSpc>
                <a:spcPct val="150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4" name="Google Shape;54;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0"/>
          <p:cNvSpPr txBox="1"/>
          <p:nvPr>
            <p:ph idx="2" type="body"/>
          </p:nvPr>
        </p:nvSpPr>
        <p:spPr>
          <a:xfrm>
            <a:off x="768525" y="1372625"/>
            <a:ext cx="3639900" cy="3082500"/>
          </a:xfrm>
          <a:prstGeom prst="rect">
            <a:avLst/>
          </a:prstGeom>
          <a:noFill/>
          <a:ln>
            <a:noFill/>
          </a:ln>
        </p:spPr>
        <p:txBody>
          <a:bodyPr anchorCtr="0" anchor="t" bIns="91425" lIns="91425" spcFirstLastPara="1" rIns="91425" wrap="square" tIns="91425">
            <a:normAutofit/>
          </a:bodyPr>
          <a:lstStyle>
            <a:lvl1pPr indent="-317500" lvl="0" marL="457200" algn="l">
              <a:lnSpc>
                <a:spcPct val="150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cxnSp>
        <p:nvCxnSpPr>
          <p:cNvPr id="56" name="Google Shape;56;p10"/>
          <p:cNvCxnSpPr/>
          <p:nvPr/>
        </p:nvCxnSpPr>
        <p:spPr>
          <a:xfrm>
            <a:off x="724950" y="1206925"/>
            <a:ext cx="7694100" cy="0"/>
          </a:xfrm>
          <a:prstGeom prst="straightConnector1">
            <a:avLst/>
          </a:prstGeom>
          <a:noFill/>
          <a:ln cap="flat" cmpd="sng" w="9525">
            <a:solidFill>
              <a:schemeClr val="dk2"/>
            </a:solidFill>
            <a:prstDash val="solid"/>
            <a:round/>
            <a:headEnd len="sm" w="sm" type="none"/>
            <a:tailEnd len="sm" w="sm" type="none"/>
          </a:ln>
        </p:spPr>
      </p:cxnSp>
      <p:pic>
        <p:nvPicPr>
          <p:cNvPr id="57" name="Google Shape;57;p10"/>
          <p:cNvPicPr preferRelativeResize="0"/>
          <p:nvPr/>
        </p:nvPicPr>
        <p:blipFill rotWithShape="1">
          <a:blip r:embed="rId2">
            <a:alphaModFix/>
          </a:blip>
          <a:srcRect b="0" l="0" r="0" t="0"/>
          <a:stretch/>
        </p:blipFill>
        <p:spPr>
          <a:xfrm>
            <a:off x="503400" y="4772413"/>
            <a:ext cx="952300" cy="250626"/>
          </a:xfrm>
          <a:prstGeom prst="rect">
            <a:avLst/>
          </a:prstGeom>
          <a:noFill/>
          <a:ln>
            <a:noFill/>
          </a:ln>
        </p:spPr>
      </p:pic>
      <p:sp>
        <p:nvSpPr>
          <p:cNvPr id="58" name="Google Shape;58;p10"/>
          <p:cNvSpPr txBox="1"/>
          <p:nvPr>
            <p:ph type="title"/>
          </p:nvPr>
        </p:nvSpPr>
        <p:spPr>
          <a:xfrm>
            <a:off x="651150" y="468500"/>
            <a:ext cx="78213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11"/>
          <p:cNvSpPr/>
          <p:nvPr/>
        </p:nvSpPr>
        <p:spPr>
          <a:xfrm>
            <a:off x="476100" y="465300"/>
            <a:ext cx="8191800" cy="4212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2" name="Google Shape;62;p11"/>
          <p:cNvSpPr txBox="1"/>
          <p:nvPr>
            <p:ph idx="1" type="body"/>
          </p:nvPr>
        </p:nvSpPr>
        <p:spPr>
          <a:xfrm>
            <a:off x="700825" y="1372625"/>
            <a:ext cx="7771500" cy="3082500"/>
          </a:xfrm>
          <a:prstGeom prst="rect">
            <a:avLst/>
          </a:prstGeom>
          <a:noFill/>
          <a:ln>
            <a:noFill/>
          </a:ln>
        </p:spPr>
        <p:txBody>
          <a:bodyPr anchorCtr="0" anchor="t" bIns="91425" lIns="91425" spcFirstLastPara="1" rIns="91425" wrap="square" tIns="91425">
            <a:normAutofit/>
          </a:bodyPr>
          <a:lstStyle>
            <a:lvl1pPr indent="-330200" lvl="0" marL="457200" algn="l">
              <a:lnSpc>
                <a:spcPct val="150000"/>
              </a:lnSpc>
              <a:spcBef>
                <a:spcPts val="0"/>
              </a:spcBef>
              <a:spcAft>
                <a:spcPts val="0"/>
              </a:spcAft>
              <a:buSzPts val="1600"/>
              <a:buFont typeface="Roboto Light"/>
              <a:buChar char="●"/>
              <a:defRPr>
                <a:latin typeface="Roboto Light"/>
                <a:ea typeface="Roboto Light"/>
                <a:cs typeface="Roboto Light"/>
                <a:sym typeface="Roboto Light"/>
              </a:defRPr>
            </a:lvl1pPr>
            <a:lvl2pPr indent="-317500" lvl="1" marL="914400" algn="l">
              <a:lnSpc>
                <a:spcPct val="115000"/>
              </a:lnSpc>
              <a:spcBef>
                <a:spcPts val="0"/>
              </a:spcBef>
              <a:spcAft>
                <a:spcPts val="0"/>
              </a:spcAft>
              <a:buSzPts val="1400"/>
              <a:buFont typeface="Roboto Light"/>
              <a:buChar char="○"/>
              <a:defRPr>
                <a:latin typeface="Roboto Light"/>
                <a:ea typeface="Roboto Light"/>
                <a:cs typeface="Roboto Light"/>
                <a:sym typeface="Roboto Light"/>
              </a:defRPr>
            </a:lvl2pPr>
            <a:lvl3pPr indent="-311150" lvl="2" marL="1371600" algn="l">
              <a:lnSpc>
                <a:spcPct val="115000"/>
              </a:lnSpc>
              <a:spcBef>
                <a:spcPts val="0"/>
              </a:spcBef>
              <a:spcAft>
                <a:spcPts val="0"/>
              </a:spcAft>
              <a:buSzPts val="1300"/>
              <a:buFont typeface="Roboto Light"/>
              <a:buChar char="■"/>
              <a:defRPr>
                <a:latin typeface="Roboto Light"/>
                <a:ea typeface="Roboto Light"/>
                <a:cs typeface="Roboto Light"/>
                <a:sym typeface="Roboto Light"/>
              </a:defRPr>
            </a:lvl3pPr>
            <a:lvl4pPr indent="-304800" lvl="3" marL="1828800" algn="l">
              <a:lnSpc>
                <a:spcPct val="115000"/>
              </a:lnSpc>
              <a:spcBef>
                <a:spcPts val="0"/>
              </a:spcBef>
              <a:spcAft>
                <a:spcPts val="0"/>
              </a:spcAft>
              <a:buSzPts val="1200"/>
              <a:buFont typeface="Roboto Light"/>
              <a:buChar char="●"/>
              <a:defRPr>
                <a:latin typeface="Roboto Light"/>
                <a:ea typeface="Roboto Light"/>
                <a:cs typeface="Roboto Light"/>
                <a:sym typeface="Roboto Light"/>
              </a:defRPr>
            </a:lvl4pPr>
            <a:lvl5pPr indent="-298450" lvl="4" marL="2286000" algn="l">
              <a:lnSpc>
                <a:spcPct val="115000"/>
              </a:lnSpc>
              <a:spcBef>
                <a:spcPts val="0"/>
              </a:spcBef>
              <a:spcAft>
                <a:spcPts val="0"/>
              </a:spcAft>
              <a:buSzPts val="1100"/>
              <a:buFont typeface="Roboto Light"/>
              <a:buChar char="○"/>
              <a:defRPr>
                <a:latin typeface="Roboto Light"/>
                <a:ea typeface="Roboto Light"/>
                <a:cs typeface="Roboto Light"/>
                <a:sym typeface="Roboto Light"/>
              </a:defRPr>
            </a:lvl5pPr>
            <a:lvl6pPr indent="-292100" lvl="5" marL="2743200" algn="l">
              <a:lnSpc>
                <a:spcPct val="115000"/>
              </a:lnSpc>
              <a:spcBef>
                <a:spcPts val="0"/>
              </a:spcBef>
              <a:spcAft>
                <a:spcPts val="0"/>
              </a:spcAft>
              <a:buSzPts val="1000"/>
              <a:buFont typeface="Roboto Light"/>
              <a:buChar char="■"/>
              <a:defRPr>
                <a:latin typeface="Roboto Light"/>
                <a:ea typeface="Roboto Light"/>
                <a:cs typeface="Roboto Light"/>
                <a:sym typeface="Roboto Light"/>
              </a:defRPr>
            </a:lvl6pPr>
            <a:lvl7pPr indent="-285750" lvl="6" marL="3200400" algn="l">
              <a:lnSpc>
                <a:spcPct val="115000"/>
              </a:lnSpc>
              <a:spcBef>
                <a:spcPts val="0"/>
              </a:spcBef>
              <a:spcAft>
                <a:spcPts val="0"/>
              </a:spcAft>
              <a:buSzPts val="900"/>
              <a:buFont typeface="Roboto Light"/>
              <a:buChar char="●"/>
              <a:defRPr>
                <a:latin typeface="Roboto Light"/>
                <a:ea typeface="Roboto Light"/>
                <a:cs typeface="Roboto Light"/>
                <a:sym typeface="Roboto Light"/>
              </a:defRPr>
            </a:lvl7pPr>
            <a:lvl8pPr indent="-285750" lvl="7" marL="3657600" algn="l">
              <a:lnSpc>
                <a:spcPct val="115000"/>
              </a:lnSpc>
              <a:spcBef>
                <a:spcPts val="0"/>
              </a:spcBef>
              <a:spcAft>
                <a:spcPts val="0"/>
              </a:spcAft>
              <a:buSzPts val="900"/>
              <a:buFont typeface="Roboto Light"/>
              <a:buChar char="○"/>
              <a:defRPr>
                <a:latin typeface="Roboto Light"/>
                <a:ea typeface="Roboto Light"/>
                <a:cs typeface="Roboto Light"/>
                <a:sym typeface="Roboto Light"/>
              </a:defRPr>
            </a:lvl8pPr>
            <a:lvl9pPr indent="-285750" lvl="8" marL="4114800" algn="l">
              <a:lnSpc>
                <a:spcPct val="115000"/>
              </a:lnSpc>
              <a:spcBef>
                <a:spcPts val="0"/>
              </a:spcBef>
              <a:spcAft>
                <a:spcPts val="0"/>
              </a:spcAft>
              <a:buSzPts val="900"/>
              <a:buFont typeface="Roboto Light"/>
              <a:buChar char="■"/>
              <a:defRPr>
                <a:latin typeface="Roboto Light"/>
                <a:ea typeface="Roboto Light"/>
                <a:cs typeface="Roboto Light"/>
                <a:sym typeface="Roboto Light"/>
              </a:defRPr>
            </a:lvl9pPr>
          </a:lstStyle>
          <a:p/>
        </p:txBody>
      </p:sp>
      <p:cxnSp>
        <p:nvCxnSpPr>
          <p:cNvPr id="63" name="Google Shape;63;p11"/>
          <p:cNvCxnSpPr/>
          <p:nvPr/>
        </p:nvCxnSpPr>
        <p:spPr>
          <a:xfrm>
            <a:off x="724950" y="1206925"/>
            <a:ext cx="7694100" cy="0"/>
          </a:xfrm>
          <a:prstGeom prst="straightConnector1">
            <a:avLst/>
          </a:prstGeom>
          <a:noFill/>
          <a:ln cap="flat" cmpd="sng" w="9525">
            <a:solidFill>
              <a:schemeClr val="dk2"/>
            </a:solidFill>
            <a:prstDash val="solid"/>
            <a:round/>
            <a:headEnd len="sm" w="sm" type="none"/>
            <a:tailEnd len="sm" w="sm" type="none"/>
          </a:ln>
        </p:spPr>
      </p:cxnSp>
      <p:pic>
        <p:nvPicPr>
          <p:cNvPr id="64" name="Google Shape;64;p11"/>
          <p:cNvPicPr preferRelativeResize="0"/>
          <p:nvPr/>
        </p:nvPicPr>
        <p:blipFill rotWithShape="1">
          <a:blip r:embed="rId2">
            <a:alphaModFix/>
          </a:blip>
          <a:srcRect b="0" l="0" r="0" t="0"/>
          <a:stretch/>
        </p:blipFill>
        <p:spPr>
          <a:xfrm>
            <a:off x="503400" y="4772413"/>
            <a:ext cx="952300" cy="250626"/>
          </a:xfrm>
          <a:prstGeom prst="rect">
            <a:avLst/>
          </a:prstGeom>
          <a:noFill/>
          <a:ln>
            <a:noFill/>
          </a:ln>
        </p:spPr>
      </p:pic>
      <p:sp>
        <p:nvSpPr>
          <p:cNvPr id="65" name="Google Shape;65;p11"/>
          <p:cNvSpPr txBox="1"/>
          <p:nvPr>
            <p:ph type="title"/>
          </p:nvPr>
        </p:nvSpPr>
        <p:spPr>
          <a:xfrm>
            <a:off x="651150" y="468500"/>
            <a:ext cx="78213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6" name="Shape 66"/>
        <p:cNvGrpSpPr/>
        <p:nvPr/>
      </p:nvGrpSpPr>
      <p:grpSpPr>
        <a:xfrm>
          <a:off x="0" y="0"/>
          <a:ext cx="0" cy="0"/>
          <a:chOff x="0" y="0"/>
          <a:chExt cx="0" cy="0"/>
        </a:xfrm>
      </p:grpSpPr>
      <p:sp>
        <p:nvSpPr>
          <p:cNvPr id="67" name="Google Shape;67;p12"/>
          <p:cNvSpPr/>
          <p:nvPr/>
        </p:nvSpPr>
        <p:spPr>
          <a:xfrm>
            <a:off x="476100" y="465300"/>
            <a:ext cx="8191800" cy="4212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2"/>
          <p:cNvSpPr txBox="1"/>
          <p:nvPr>
            <p:ph type="title"/>
          </p:nvPr>
        </p:nvSpPr>
        <p:spPr>
          <a:xfrm>
            <a:off x="637000" y="659325"/>
            <a:ext cx="39267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9" name="Google Shape;69;p12"/>
          <p:cNvSpPr txBox="1"/>
          <p:nvPr>
            <p:ph idx="1" type="body"/>
          </p:nvPr>
        </p:nvSpPr>
        <p:spPr>
          <a:xfrm>
            <a:off x="745450" y="1415025"/>
            <a:ext cx="2808000" cy="3030600"/>
          </a:xfrm>
          <a:prstGeom prst="rect">
            <a:avLst/>
          </a:prstGeom>
          <a:noFill/>
          <a:ln>
            <a:noFill/>
          </a:ln>
        </p:spPr>
        <p:txBody>
          <a:bodyPr anchorCtr="0" anchor="t" bIns="91425" lIns="91425" spcFirstLastPara="1" rIns="91425" wrap="square" tIns="91425">
            <a:normAutofit/>
          </a:bodyPr>
          <a:lstStyle>
            <a:lvl1pPr indent="-304800" lvl="0" marL="457200" algn="l">
              <a:lnSpc>
                <a:spcPct val="150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0" name="Google Shape;70;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71" name="Google Shape;71;p12"/>
          <p:cNvCxnSpPr/>
          <p:nvPr/>
        </p:nvCxnSpPr>
        <p:spPr>
          <a:xfrm>
            <a:off x="724950" y="1395500"/>
            <a:ext cx="3862200" cy="0"/>
          </a:xfrm>
          <a:prstGeom prst="straightConnector1">
            <a:avLst/>
          </a:prstGeom>
          <a:noFill/>
          <a:ln cap="flat" cmpd="sng" w="9525">
            <a:solidFill>
              <a:schemeClr val="dk2"/>
            </a:solidFill>
            <a:prstDash val="solid"/>
            <a:round/>
            <a:headEnd len="sm" w="sm" type="none"/>
            <a:tailEnd len="sm" w="sm" type="none"/>
          </a:ln>
        </p:spPr>
      </p:cxnSp>
      <p:pic>
        <p:nvPicPr>
          <p:cNvPr id="72" name="Google Shape;72;p12"/>
          <p:cNvPicPr preferRelativeResize="0"/>
          <p:nvPr/>
        </p:nvPicPr>
        <p:blipFill rotWithShape="1">
          <a:blip r:embed="rId2">
            <a:alphaModFix/>
          </a:blip>
          <a:srcRect b="0" l="0" r="0" t="0"/>
          <a:stretch/>
        </p:blipFill>
        <p:spPr>
          <a:xfrm>
            <a:off x="503400" y="4772413"/>
            <a:ext cx="952300" cy="25062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3" name="Shape 73"/>
        <p:cNvGrpSpPr/>
        <p:nvPr/>
      </p:nvGrpSpPr>
      <p:grpSpPr>
        <a:xfrm>
          <a:off x="0" y="0"/>
          <a:ext cx="0" cy="0"/>
          <a:chOff x="0" y="0"/>
          <a:chExt cx="0" cy="0"/>
        </a:xfrm>
      </p:grpSpPr>
      <p:sp>
        <p:nvSpPr>
          <p:cNvPr id="74" name="Google Shape;74;p13"/>
          <p:cNvSpPr/>
          <p:nvPr/>
        </p:nvSpPr>
        <p:spPr>
          <a:xfrm>
            <a:off x="476100" y="465300"/>
            <a:ext cx="8191800" cy="4212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3"/>
          <p:cNvSpPr txBox="1"/>
          <p:nvPr>
            <p:ph type="title"/>
          </p:nvPr>
        </p:nvSpPr>
        <p:spPr>
          <a:xfrm>
            <a:off x="919325" y="961750"/>
            <a:ext cx="7305300" cy="3333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6" name="Google Shape;76;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77" name="Google Shape;77;p13"/>
          <p:cNvPicPr preferRelativeResize="0"/>
          <p:nvPr/>
        </p:nvPicPr>
        <p:blipFill rotWithShape="1">
          <a:blip r:embed="rId2">
            <a:alphaModFix/>
          </a:blip>
          <a:srcRect b="0" l="0" r="0" t="0"/>
          <a:stretch/>
        </p:blipFill>
        <p:spPr>
          <a:xfrm>
            <a:off x="503400" y="4772413"/>
            <a:ext cx="952300" cy="250626"/>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8" name="Shape 78"/>
        <p:cNvGrpSpPr/>
        <p:nvPr/>
      </p:nvGrpSpPr>
      <p:grpSpPr>
        <a:xfrm>
          <a:off x="0" y="0"/>
          <a:ext cx="0" cy="0"/>
          <a:chOff x="0" y="0"/>
          <a:chExt cx="0" cy="0"/>
        </a:xfrm>
      </p:grpSpPr>
      <p:sp>
        <p:nvSpPr>
          <p:cNvPr id="79" name="Google Shape;79;p14"/>
          <p:cNvSpPr/>
          <p:nvPr/>
        </p:nvSpPr>
        <p:spPr>
          <a:xfrm>
            <a:off x="476100" y="465300"/>
            <a:ext cx="4087500" cy="4212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4"/>
          <p:cNvSpPr txBox="1"/>
          <p:nvPr>
            <p:ph type="title"/>
          </p:nvPr>
        </p:nvSpPr>
        <p:spPr>
          <a:xfrm>
            <a:off x="900000" y="839175"/>
            <a:ext cx="3240000" cy="18762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800"/>
              <a:buNone/>
              <a:defRPr sz="38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1" name="Google Shape;81;p14"/>
          <p:cNvSpPr txBox="1"/>
          <p:nvPr>
            <p:ph idx="1" type="subTitle"/>
          </p:nvPr>
        </p:nvSpPr>
        <p:spPr>
          <a:xfrm>
            <a:off x="900000" y="2803075"/>
            <a:ext cx="3240000" cy="1235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Font typeface="Roboto Light"/>
              <a:buNone/>
              <a:defRPr>
                <a:latin typeface="Roboto Light"/>
                <a:ea typeface="Roboto Light"/>
                <a:cs typeface="Roboto Light"/>
                <a:sym typeface="Roboto Ligh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2" name="Google Shape;82;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83" name="Google Shape;83;p14"/>
          <p:cNvPicPr preferRelativeResize="0"/>
          <p:nvPr/>
        </p:nvPicPr>
        <p:blipFill rotWithShape="1">
          <a:blip r:embed="rId2">
            <a:alphaModFix/>
          </a:blip>
          <a:srcRect b="0" l="0" r="0" t="0"/>
          <a:stretch/>
        </p:blipFill>
        <p:spPr>
          <a:xfrm>
            <a:off x="503400" y="4772413"/>
            <a:ext cx="952300" cy="250626"/>
          </a:xfrm>
          <a:prstGeom prst="rect">
            <a:avLst/>
          </a:prstGeom>
          <a:noFill/>
          <a:ln>
            <a:noFill/>
          </a:ln>
        </p:spPr>
      </p:pic>
    </p:spTree>
  </p:cSld>
  <p:clrMapOvr>
    <a:masterClrMapping/>
  </p:clrMapOvr>
  <p:extLst>
    <p:ext uri="{DCECCB84-F9BA-43D5-87BE-67443E8EF086}">
      <p15:sldGuideLst>
        <p15:guide id="1" pos="567">
          <p15:clr>
            <a:srgbClr val="FA7B17"/>
          </p15:clr>
        </p15:guide>
        <p15:guide id="2" pos="2608">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4" name="Shape 84"/>
        <p:cNvGrpSpPr/>
        <p:nvPr/>
      </p:nvGrpSpPr>
      <p:grpSpPr>
        <a:xfrm>
          <a:off x="0" y="0"/>
          <a:ext cx="0" cy="0"/>
          <a:chOff x="0" y="0"/>
          <a:chExt cx="0" cy="0"/>
        </a:xfrm>
      </p:grpSpPr>
      <p:sp>
        <p:nvSpPr>
          <p:cNvPr id="85" name="Google Shape;85;p15"/>
          <p:cNvSpPr/>
          <p:nvPr/>
        </p:nvSpPr>
        <p:spPr>
          <a:xfrm>
            <a:off x="476100" y="465300"/>
            <a:ext cx="8191800" cy="4212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5"/>
          <p:cNvSpPr txBox="1"/>
          <p:nvPr>
            <p:ph idx="1" type="body"/>
          </p:nvPr>
        </p:nvSpPr>
        <p:spPr>
          <a:xfrm>
            <a:off x="571000" y="4073100"/>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600"/>
              <a:buNone/>
              <a:defRPr/>
            </a:lvl1pPr>
          </a:lstStyle>
          <a:p/>
        </p:txBody>
      </p:sp>
      <p:sp>
        <p:nvSpPr>
          <p:cNvPr id="87" name="Google Shape;87;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88" name="Google Shape;88;p15"/>
          <p:cNvPicPr preferRelativeResize="0"/>
          <p:nvPr/>
        </p:nvPicPr>
        <p:blipFill rotWithShape="1">
          <a:blip r:embed="rId2">
            <a:alphaModFix/>
          </a:blip>
          <a:srcRect b="0" l="0" r="0" t="0"/>
          <a:stretch/>
        </p:blipFill>
        <p:spPr>
          <a:xfrm>
            <a:off x="503400" y="4772413"/>
            <a:ext cx="952300" cy="250626"/>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16"/>
          <p:cNvSpPr/>
          <p:nvPr/>
        </p:nvSpPr>
        <p:spPr>
          <a:xfrm>
            <a:off x="476100" y="465300"/>
            <a:ext cx="8191800" cy="4212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6"/>
          <p:cNvSpPr txBox="1"/>
          <p:nvPr>
            <p:ph hasCustomPrompt="1" type="title"/>
          </p:nvPr>
        </p:nvSpPr>
        <p:spPr>
          <a:xfrm>
            <a:off x="740175" y="1106125"/>
            <a:ext cx="75291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2" name="Google Shape;92;p16"/>
          <p:cNvSpPr txBox="1"/>
          <p:nvPr>
            <p:ph idx="1" type="body"/>
          </p:nvPr>
        </p:nvSpPr>
        <p:spPr>
          <a:xfrm>
            <a:off x="740175" y="3152225"/>
            <a:ext cx="7529100" cy="1300800"/>
          </a:xfrm>
          <a:prstGeom prst="rect">
            <a:avLst/>
          </a:prstGeom>
          <a:noFill/>
          <a:ln>
            <a:noFill/>
          </a:ln>
        </p:spPr>
        <p:txBody>
          <a:bodyPr anchorCtr="0" anchor="t" bIns="91425" lIns="91425" spcFirstLastPara="1" rIns="91425" wrap="square" tIns="91425">
            <a:normAutofit/>
          </a:bodyPr>
          <a:lstStyle>
            <a:lvl1pPr indent="-330200" lvl="0" marL="457200" algn="ctr">
              <a:lnSpc>
                <a:spcPct val="150000"/>
              </a:lnSpc>
              <a:spcBef>
                <a:spcPts val="0"/>
              </a:spcBef>
              <a:spcAft>
                <a:spcPts val="0"/>
              </a:spcAft>
              <a:buSzPts val="1600"/>
              <a:buChar char="●"/>
              <a:defRPr/>
            </a:lvl1pPr>
            <a:lvl2pPr indent="-317500" lvl="1" marL="914400" algn="ctr">
              <a:lnSpc>
                <a:spcPct val="115000"/>
              </a:lnSpc>
              <a:spcBef>
                <a:spcPts val="0"/>
              </a:spcBef>
              <a:spcAft>
                <a:spcPts val="0"/>
              </a:spcAft>
              <a:buSzPts val="1400"/>
              <a:buChar char="○"/>
              <a:defRPr/>
            </a:lvl2pPr>
            <a:lvl3pPr indent="-311150" lvl="2" marL="1371600" algn="ctr">
              <a:lnSpc>
                <a:spcPct val="115000"/>
              </a:lnSpc>
              <a:spcBef>
                <a:spcPts val="0"/>
              </a:spcBef>
              <a:spcAft>
                <a:spcPts val="0"/>
              </a:spcAft>
              <a:buSzPts val="1300"/>
              <a:buChar char="■"/>
              <a:defRPr/>
            </a:lvl3pPr>
            <a:lvl4pPr indent="-304800" lvl="3" marL="1828800" algn="ctr">
              <a:lnSpc>
                <a:spcPct val="115000"/>
              </a:lnSpc>
              <a:spcBef>
                <a:spcPts val="0"/>
              </a:spcBef>
              <a:spcAft>
                <a:spcPts val="0"/>
              </a:spcAft>
              <a:buSzPts val="1200"/>
              <a:buChar char="●"/>
              <a:defRPr/>
            </a:lvl4pPr>
            <a:lvl5pPr indent="-298450" lvl="4" marL="2286000" algn="ctr">
              <a:lnSpc>
                <a:spcPct val="115000"/>
              </a:lnSpc>
              <a:spcBef>
                <a:spcPts val="0"/>
              </a:spcBef>
              <a:spcAft>
                <a:spcPts val="0"/>
              </a:spcAft>
              <a:buSzPts val="1100"/>
              <a:buChar char="○"/>
              <a:defRPr/>
            </a:lvl5pPr>
            <a:lvl6pPr indent="-292100" lvl="5" marL="2743200" algn="ctr">
              <a:lnSpc>
                <a:spcPct val="115000"/>
              </a:lnSpc>
              <a:spcBef>
                <a:spcPts val="0"/>
              </a:spcBef>
              <a:spcAft>
                <a:spcPts val="0"/>
              </a:spcAft>
              <a:buSzPts val="1000"/>
              <a:buChar char="■"/>
              <a:defRPr/>
            </a:lvl6pPr>
            <a:lvl7pPr indent="-285750" lvl="6" marL="3200400" algn="ctr">
              <a:lnSpc>
                <a:spcPct val="115000"/>
              </a:lnSpc>
              <a:spcBef>
                <a:spcPts val="0"/>
              </a:spcBef>
              <a:spcAft>
                <a:spcPts val="0"/>
              </a:spcAft>
              <a:buSzPts val="900"/>
              <a:buChar char="●"/>
              <a:defRPr/>
            </a:lvl7pPr>
            <a:lvl8pPr indent="-285750" lvl="7" marL="3657600" algn="ctr">
              <a:lnSpc>
                <a:spcPct val="115000"/>
              </a:lnSpc>
              <a:spcBef>
                <a:spcPts val="0"/>
              </a:spcBef>
              <a:spcAft>
                <a:spcPts val="0"/>
              </a:spcAft>
              <a:buSzPts val="900"/>
              <a:buChar char="○"/>
              <a:defRPr/>
            </a:lvl8pPr>
            <a:lvl9pPr indent="-285750" lvl="8" marL="4114800" algn="ctr">
              <a:lnSpc>
                <a:spcPct val="115000"/>
              </a:lnSpc>
              <a:spcBef>
                <a:spcPts val="0"/>
              </a:spcBef>
              <a:spcAft>
                <a:spcPts val="0"/>
              </a:spcAft>
              <a:buSzPts val="900"/>
              <a:buChar char="■"/>
              <a:defRPr/>
            </a:lvl9pPr>
          </a:lstStyle>
          <a:p/>
        </p:txBody>
      </p:sp>
      <p:sp>
        <p:nvSpPr>
          <p:cNvPr id="93" name="Google Shape;9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94" name="Google Shape;94;p16"/>
          <p:cNvPicPr preferRelativeResize="0"/>
          <p:nvPr/>
        </p:nvPicPr>
        <p:blipFill rotWithShape="1">
          <a:blip r:embed="rId2">
            <a:alphaModFix/>
          </a:blip>
          <a:srcRect b="0" l="0" r="0" t="0"/>
          <a:stretch/>
        </p:blipFill>
        <p:spPr>
          <a:xfrm>
            <a:off x="503400" y="4772413"/>
            <a:ext cx="952300" cy="250626"/>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17"/>
          <p:cNvSpPr/>
          <p:nvPr/>
        </p:nvSpPr>
        <p:spPr>
          <a:xfrm>
            <a:off x="476100" y="465300"/>
            <a:ext cx="4087500" cy="4212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8" name="Google Shape;98;p17"/>
          <p:cNvSpPr txBox="1"/>
          <p:nvPr>
            <p:ph type="title"/>
          </p:nvPr>
        </p:nvSpPr>
        <p:spPr>
          <a:xfrm>
            <a:off x="899850" y="1667250"/>
            <a:ext cx="3240000" cy="1397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800"/>
              <a:buNone/>
              <a:defRPr sz="38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9" name="Google Shape;99;p17"/>
          <p:cNvSpPr txBox="1"/>
          <p:nvPr>
            <p:ph idx="1" type="subTitle"/>
          </p:nvPr>
        </p:nvSpPr>
        <p:spPr>
          <a:xfrm>
            <a:off x="4987025" y="1829850"/>
            <a:ext cx="3240000" cy="1235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Font typeface="Roboto Light"/>
              <a:buNone/>
              <a:defRPr>
                <a:latin typeface="Roboto Light"/>
                <a:ea typeface="Roboto Light"/>
                <a:cs typeface="Roboto Light"/>
                <a:sym typeface="Roboto Ligh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pic>
        <p:nvPicPr>
          <p:cNvPr id="100" name="Google Shape;100;p17"/>
          <p:cNvPicPr preferRelativeResize="0"/>
          <p:nvPr/>
        </p:nvPicPr>
        <p:blipFill rotWithShape="1">
          <a:blip r:embed="rId2">
            <a:alphaModFix/>
          </a:blip>
          <a:srcRect b="0" l="0" r="0" t="0"/>
          <a:stretch/>
        </p:blipFill>
        <p:spPr>
          <a:xfrm>
            <a:off x="503400" y="4772413"/>
            <a:ext cx="952300" cy="250626"/>
          </a:xfrm>
          <a:prstGeom prst="rect">
            <a:avLst/>
          </a:prstGeom>
          <a:noFill/>
          <a:ln>
            <a:noFill/>
          </a:ln>
        </p:spPr>
      </p:pic>
    </p:spTree>
  </p:cSld>
  <p:clrMapOvr>
    <a:masterClrMapping/>
  </p:clrMapOvr>
  <p:extLst>
    <p:ext uri="{DCECCB84-F9BA-43D5-87BE-67443E8EF086}">
      <p15:sldGuideLst>
        <p15:guide id="1" orient="horz" pos="1050">
          <p15:clr>
            <a:srgbClr val="FA7B17"/>
          </p15:clr>
        </p15:guide>
        <p15:guide id="2" pos="567">
          <p15:clr>
            <a:srgbClr val="FA7B17"/>
          </p15:clr>
        </p15:guide>
        <p15:guide id="3" orient="horz" pos="1931">
          <p15:clr>
            <a:srgbClr val="FA7B17"/>
          </p15:clr>
        </p15:guide>
        <p15:guide id="4" pos="3141">
          <p15:clr>
            <a:srgbClr val="FA7B17"/>
          </p15:clr>
        </p15:guide>
        <p15:guide id="5" pos="5443">
          <p15:clr>
            <a:srgbClr val="FA7B17"/>
          </p15:clr>
        </p15:guide>
        <p15:guide id="6" pos="2608">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18" Type="http://schemas.openxmlformats.org/officeDocument/2006/relationships/theme" Target="../theme/theme1.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7" name="Google Shape;7;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ubik Light"/>
              <a:buNone/>
              <a:defRPr b="0" i="0" sz="2800" u="none" cap="none" strike="noStrike">
                <a:solidFill>
                  <a:schemeClr val="dk2"/>
                </a:solidFill>
                <a:latin typeface="Rubik Light"/>
                <a:ea typeface="Rubik Light"/>
                <a:cs typeface="Rubik Light"/>
                <a:sym typeface="Rubik Light"/>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8" name="Google Shape;8;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30200" lvl="0" marL="457200" marR="0" rtl="0" algn="l">
              <a:lnSpc>
                <a:spcPct val="150000"/>
              </a:lnSpc>
              <a:spcBef>
                <a:spcPts val="0"/>
              </a:spcBef>
              <a:spcAft>
                <a:spcPts val="0"/>
              </a:spcAft>
              <a:buClr>
                <a:schemeClr val="dk2"/>
              </a:buClr>
              <a:buSzPts val="1600"/>
              <a:buFont typeface="Roboto Light"/>
              <a:buChar char="●"/>
              <a:defRPr b="0" i="0" sz="1600" u="none" cap="none" strike="noStrike">
                <a:solidFill>
                  <a:schemeClr val="dk2"/>
                </a:solidFill>
                <a:latin typeface="Roboto Light"/>
                <a:ea typeface="Roboto Light"/>
                <a:cs typeface="Roboto Light"/>
                <a:sym typeface="Roboto Light"/>
              </a:defRPr>
            </a:lvl1pPr>
            <a:lvl2pPr indent="-317500" lvl="1" marL="914400" marR="0" rtl="0" algn="l">
              <a:lnSpc>
                <a:spcPct val="115000"/>
              </a:lnSpc>
              <a:spcBef>
                <a:spcPts val="0"/>
              </a:spcBef>
              <a:spcAft>
                <a:spcPts val="0"/>
              </a:spcAft>
              <a:buClr>
                <a:schemeClr val="dk2"/>
              </a:buClr>
              <a:buSzPts val="1400"/>
              <a:buFont typeface="Roboto Light"/>
              <a:buChar char="○"/>
              <a:defRPr b="0" i="0" sz="1400" u="none" cap="none" strike="noStrike">
                <a:solidFill>
                  <a:schemeClr val="dk2"/>
                </a:solidFill>
                <a:latin typeface="Roboto Light"/>
                <a:ea typeface="Roboto Light"/>
                <a:cs typeface="Roboto Light"/>
                <a:sym typeface="Roboto Light"/>
              </a:defRPr>
            </a:lvl2pPr>
            <a:lvl3pPr indent="-311150" lvl="2" marL="1371600" marR="0" rtl="0" algn="l">
              <a:lnSpc>
                <a:spcPct val="115000"/>
              </a:lnSpc>
              <a:spcBef>
                <a:spcPts val="0"/>
              </a:spcBef>
              <a:spcAft>
                <a:spcPts val="0"/>
              </a:spcAft>
              <a:buClr>
                <a:schemeClr val="dk2"/>
              </a:buClr>
              <a:buSzPts val="1300"/>
              <a:buFont typeface="Roboto Light"/>
              <a:buChar char="■"/>
              <a:defRPr b="0" i="0" sz="1300" u="none" cap="none" strike="noStrike">
                <a:solidFill>
                  <a:schemeClr val="dk2"/>
                </a:solidFill>
                <a:latin typeface="Roboto Light"/>
                <a:ea typeface="Roboto Light"/>
                <a:cs typeface="Roboto Light"/>
                <a:sym typeface="Roboto Light"/>
              </a:defRPr>
            </a:lvl3pPr>
            <a:lvl4pPr indent="-304800" lvl="3" marL="1828800" marR="0" rtl="0" algn="l">
              <a:lnSpc>
                <a:spcPct val="115000"/>
              </a:lnSpc>
              <a:spcBef>
                <a:spcPts val="0"/>
              </a:spcBef>
              <a:spcAft>
                <a:spcPts val="0"/>
              </a:spcAft>
              <a:buClr>
                <a:schemeClr val="dk2"/>
              </a:buClr>
              <a:buSzPts val="1200"/>
              <a:buFont typeface="Roboto Light"/>
              <a:buChar char="●"/>
              <a:defRPr b="0" i="0" sz="1200" u="none" cap="none" strike="noStrike">
                <a:solidFill>
                  <a:schemeClr val="dk2"/>
                </a:solidFill>
                <a:latin typeface="Roboto Light"/>
                <a:ea typeface="Roboto Light"/>
                <a:cs typeface="Roboto Light"/>
                <a:sym typeface="Roboto Light"/>
              </a:defRPr>
            </a:lvl4pPr>
            <a:lvl5pPr indent="-298450" lvl="4" marL="2286000" marR="0" rtl="0" algn="l">
              <a:lnSpc>
                <a:spcPct val="115000"/>
              </a:lnSpc>
              <a:spcBef>
                <a:spcPts val="0"/>
              </a:spcBef>
              <a:spcAft>
                <a:spcPts val="0"/>
              </a:spcAft>
              <a:buClr>
                <a:schemeClr val="dk2"/>
              </a:buClr>
              <a:buSzPts val="1100"/>
              <a:buFont typeface="Roboto Light"/>
              <a:buChar char="○"/>
              <a:defRPr b="0" i="0" sz="1100" u="none" cap="none" strike="noStrike">
                <a:solidFill>
                  <a:schemeClr val="dk2"/>
                </a:solidFill>
                <a:latin typeface="Roboto Light"/>
                <a:ea typeface="Roboto Light"/>
                <a:cs typeface="Roboto Light"/>
                <a:sym typeface="Roboto Light"/>
              </a:defRPr>
            </a:lvl5pPr>
            <a:lvl6pPr indent="-292100" lvl="5" marL="2743200" marR="0" rtl="0" algn="l">
              <a:lnSpc>
                <a:spcPct val="115000"/>
              </a:lnSpc>
              <a:spcBef>
                <a:spcPts val="0"/>
              </a:spcBef>
              <a:spcAft>
                <a:spcPts val="0"/>
              </a:spcAft>
              <a:buClr>
                <a:schemeClr val="dk2"/>
              </a:buClr>
              <a:buSzPts val="1000"/>
              <a:buFont typeface="Roboto Light"/>
              <a:buChar char="■"/>
              <a:defRPr b="0" i="0" sz="1000" u="none" cap="none" strike="noStrike">
                <a:solidFill>
                  <a:schemeClr val="dk2"/>
                </a:solidFill>
                <a:latin typeface="Roboto Light"/>
                <a:ea typeface="Roboto Light"/>
                <a:cs typeface="Roboto Light"/>
                <a:sym typeface="Roboto Light"/>
              </a:defRPr>
            </a:lvl6pPr>
            <a:lvl7pPr indent="-285750" lvl="6" marL="3200400" marR="0" rtl="0" algn="l">
              <a:lnSpc>
                <a:spcPct val="115000"/>
              </a:lnSpc>
              <a:spcBef>
                <a:spcPts val="0"/>
              </a:spcBef>
              <a:spcAft>
                <a:spcPts val="0"/>
              </a:spcAft>
              <a:buClr>
                <a:schemeClr val="dk2"/>
              </a:buClr>
              <a:buSzPts val="900"/>
              <a:buFont typeface="Roboto Light"/>
              <a:buChar char="●"/>
              <a:defRPr b="0" i="0" sz="900" u="none" cap="none" strike="noStrike">
                <a:solidFill>
                  <a:schemeClr val="dk2"/>
                </a:solidFill>
                <a:latin typeface="Roboto Light"/>
                <a:ea typeface="Roboto Light"/>
                <a:cs typeface="Roboto Light"/>
                <a:sym typeface="Roboto Light"/>
              </a:defRPr>
            </a:lvl7pPr>
            <a:lvl8pPr indent="-285750" lvl="7" marL="3657600" marR="0" rtl="0" algn="l">
              <a:lnSpc>
                <a:spcPct val="115000"/>
              </a:lnSpc>
              <a:spcBef>
                <a:spcPts val="0"/>
              </a:spcBef>
              <a:spcAft>
                <a:spcPts val="0"/>
              </a:spcAft>
              <a:buClr>
                <a:schemeClr val="dk2"/>
              </a:buClr>
              <a:buSzPts val="900"/>
              <a:buFont typeface="Roboto Light"/>
              <a:buChar char="○"/>
              <a:defRPr b="0" i="0" sz="900" u="none" cap="none" strike="noStrike">
                <a:solidFill>
                  <a:schemeClr val="dk2"/>
                </a:solidFill>
                <a:latin typeface="Roboto Light"/>
                <a:ea typeface="Roboto Light"/>
                <a:cs typeface="Roboto Light"/>
                <a:sym typeface="Roboto Light"/>
              </a:defRPr>
            </a:lvl8pPr>
            <a:lvl9pPr indent="-285750" lvl="8" marL="4114800" marR="0" rtl="0" algn="l">
              <a:lnSpc>
                <a:spcPct val="115000"/>
              </a:lnSpc>
              <a:spcBef>
                <a:spcPts val="0"/>
              </a:spcBef>
              <a:spcAft>
                <a:spcPts val="0"/>
              </a:spcAft>
              <a:buClr>
                <a:schemeClr val="dk2"/>
              </a:buClr>
              <a:buSzPts val="900"/>
              <a:buFont typeface="Roboto Light"/>
              <a:buChar char="■"/>
              <a:defRPr b="0" i="0" sz="900" u="none" cap="none" strike="noStrike">
                <a:solidFill>
                  <a:schemeClr val="dk2"/>
                </a:solidFill>
                <a:latin typeface="Roboto Light"/>
                <a:ea typeface="Roboto Light"/>
                <a:cs typeface="Roboto Light"/>
                <a:sym typeface="Roboto Light"/>
              </a:defRPr>
            </a:lvl9pPr>
          </a:lstStyle>
          <a:p/>
        </p:txBody>
      </p:sp>
      <p:sp>
        <p:nvSpPr>
          <p:cNvPr id="9" name="Google Shape;9;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type="ctrTitle"/>
          </p:nvPr>
        </p:nvSpPr>
        <p:spPr>
          <a:xfrm>
            <a:off x="311708" y="785316"/>
            <a:ext cx="8520600" cy="20526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5200"/>
              <a:buNone/>
            </a:pPr>
            <a:r>
              <a:rPr lang="en"/>
              <a:t>Eniac</a:t>
            </a:r>
            <a:endParaRPr sz="3600"/>
          </a:p>
        </p:txBody>
      </p:sp>
      <p:sp>
        <p:nvSpPr>
          <p:cNvPr id="106" name="Google Shape;106;p18"/>
          <p:cNvSpPr txBox="1"/>
          <p:nvPr>
            <p:ph idx="1" type="subTitle"/>
          </p:nvPr>
        </p:nvSpPr>
        <p:spPr>
          <a:xfrm>
            <a:off x="311700" y="2874866"/>
            <a:ext cx="8520600" cy="7926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00000"/>
              </a:lnSpc>
              <a:spcBef>
                <a:spcPts val="0"/>
              </a:spcBef>
              <a:spcAft>
                <a:spcPts val="0"/>
              </a:spcAft>
              <a:buSzPct val="100358"/>
              <a:buNone/>
            </a:pPr>
            <a:r>
              <a:rPr lang="en" sz="3600">
                <a:latin typeface="Rubik Light"/>
                <a:ea typeface="Rubik Light"/>
                <a:cs typeface="Rubik Light"/>
                <a:sym typeface="Rubik Light"/>
              </a:rPr>
              <a:t>Exploration of the discount strategy</a:t>
            </a:r>
            <a:endParaRPr sz="3600">
              <a:latin typeface="Rubik Light"/>
              <a:ea typeface="Rubik Light"/>
              <a:cs typeface="Rubik Light"/>
              <a:sym typeface="Rubik Light"/>
            </a:endParaRPr>
          </a:p>
          <a:p>
            <a:pPr indent="0" lvl="0" marL="0" rtl="0" algn="ctr">
              <a:lnSpc>
                <a:spcPct val="100000"/>
              </a:lnSpc>
              <a:spcBef>
                <a:spcPts val="0"/>
              </a:spcBef>
              <a:spcAft>
                <a:spcPts val="0"/>
              </a:spcAft>
              <a:buSzPct val="129032"/>
              <a:buNone/>
            </a:pPr>
            <a:r>
              <a:t/>
            </a:r>
            <a:endParaRPr/>
          </a:p>
        </p:txBody>
      </p:sp>
      <p:sp>
        <p:nvSpPr>
          <p:cNvPr id="107" name="Google Shape;107;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08" name="Google Shape;108;p18"/>
          <p:cNvSpPr txBox="1"/>
          <p:nvPr>
            <p:ph idx="1" type="subTitle"/>
          </p:nvPr>
        </p:nvSpPr>
        <p:spPr>
          <a:xfrm>
            <a:off x="311700" y="3870616"/>
            <a:ext cx="8520600" cy="792600"/>
          </a:xfrm>
          <a:prstGeom prst="rect">
            <a:avLst/>
          </a:prstGeom>
          <a:noFill/>
          <a:ln>
            <a:noFill/>
          </a:ln>
        </p:spPr>
        <p:txBody>
          <a:bodyPr anchorCtr="0" anchor="ctr" bIns="91425" lIns="91425" spcFirstLastPara="1" rIns="91425" wrap="square" tIns="91425">
            <a:normAutofit/>
          </a:bodyPr>
          <a:lstStyle/>
          <a:p>
            <a:pPr indent="-393700" lvl="0" marL="457200" rtl="0" algn="r">
              <a:lnSpc>
                <a:spcPct val="100000"/>
              </a:lnSpc>
              <a:spcBef>
                <a:spcPts val="0"/>
              </a:spcBef>
              <a:spcAft>
                <a:spcPts val="0"/>
              </a:spcAft>
              <a:buSzPts val="2600"/>
              <a:buFont typeface="Rubik Light"/>
              <a:buChar char="-"/>
            </a:pPr>
            <a:r>
              <a:rPr lang="en" sz="2600">
                <a:latin typeface="Rubik Light"/>
                <a:ea typeface="Rubik Light"/>
                <a:cs typeface="Rubik Light"/>
                <a:sym typeface="Rubik Light"/>
              </a:rPr>
              <a:t>Pandas@Work</a:t>
            </a:r>
            <a:endParaRPr sz="2600">
              <a:latin typeface="Rubik Light"/>
              <a:ea typeface="Rubik Light"/>
              <a:cs typeface="Rubik Light"/>
              <a:sym typeface="Rubik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ph type="title"/>
          </p:nvPr>
        </p:nvSpPr>
        <p:spPr>
          <a:xfrm>
            <a:off x="510525" y="1555000"/>
            <a:ext cx="7821300" cy="19590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22"/>
              <a:buNone/>
            </a:pPr>
            <a:r>
              <a:rPr lang="en"/>
              <a:t>Eniac is an </a:t>
            </a:r>
            <a:r>
              <a:rPr lang="en">
                <a:solidFill>
                  <a:srgbClr val="FF0000"/>
                </a:solidFill>
              </a:rPr>
              <a:t>online marketplace specializing</a:t>
            </a:r>
            <a:r>
              <a:rPr lang="en"/>
              <a:t> in Apple products &amp; Apple-compatible accessories. </a:t>
            </a:r>
            <a:endParaRPr/>
          </a:p>
        </p:txBody>
      </p:sp>
      <p:sp>
        <p:nvSpPr>
          <p:cNvPr id="114" name="Google Shape;114;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ph type="title"/>
          </p:nvPr>
        </p:nvSpPr>
        <p:spPr>
          <a:xfrm>
            <a:off x="651150" y="468500"/>
            <a:ext cx="7821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Spanish E-Commerce Market</a:t>
            </a:r>
            <a:endParaRPr/>
          </a:p>
        </p:txBody>
      </p:sp>
      <p:sp>
        <p:nvSpPr>
          <p:cNvPr id="120" name="Google Shape;120;p20"/>
          <p:cNvSpPr txBox="1"/>
          <p:nvPr>
            <p:ph idx="1" type="body"/>
          </p:nvPr>
        </p:nvSpPr>
        <p:spPr>
          <a:xfrm>
            <a:off x="724950" y="1372650"/>
            <a:ext cx="3954600" cy="3082500"/>
          </a:xfrm>
          <a:prstGeom prst="rect">
            <a:avLst/>
          </a:prstGeom>
        </p:spPr>
        <p:txBody>
          <a:bodyPr anchorCtr="0" anchor="t" bIns="91425" lIns="91425" spcFirstLastPara="1" rIns="91425" wrap="square" tIns="91425">
            <a:noAutofit/>
          </a:bodyPr>
          <a:lstStyle/>
          <a:p>
            <a:pPr indent="-295148" lvl="0" marL="457200" rtl="0" algn="l">
              <a:lnSpc>
                <a:spcPct val="110000"/>
              </a:lnSpc>
              <a:spcBef>
                <a:spcPts val="0"/>
              </a:spcBef>
              <a:spcAft>
                <a:spcPts val="0"/>
              </a:spcAft>
              <a:buSzPts val="1048"/>
              <a:buFont typeface="Rubik Light"/>
              <a:buChar char="●"/>
            </a:pPr>
            <a:r>
              <a:rPr lang="en" sz="1048">
                <a:latin typeface="Rubik Light"/>
                <a:ea typeface="Rubik Light"/>
                <a:cs typeface="Rubik Light"/>
                <a:sym typeface="Rubik Light"/>
              </a:rPr>
              <a:t>Spain, together with Germany and France, is one of the 3 largest online markets in the EU.</a:t>
            </a:r>
            <a:endParaRPr sz="1048">
              <a:latin typeface="Rubik Light"/>
              <a:ea typeface="Rubik Light"/>
              <a:cs typeface="Rubik Light"/>
              <a:sym typeface="Rubik Light"/>
            </a:endParaRPr>
          </a:p>
          <a:p>
            <a:pPr indent="-295148" lvl="0" marL="457200" rtl="0" algn="l">
              <a:lnSpc>
                <a:spcPct val="110000"/>
              </a:lnSpc>
              <a:spcBef>
                <a:spcPts val="300"/>
              </a:spcBef>
              <a:spcAft>
                <a:spcPts val="0"/>
              </a:spcAft>
              <a:buSzPts val="1048"/>
              <a:buFont typeface="Rubik Light"/>
              <a:buChar char="●"/>
            </a:pPr>
            <a:r>
              <a:rPr lang="en" sz="1048">
                <a:latin typeface="Rubik Light"/>
                <a:ea typeface="Rubik Light"/>
                <a:cs typeface="Rubik Light"/>
                <a:sym typeface="Rubik Light"/>
              </a:rPr>
              <a:t>In 2017, the overall e-commerce during Q1 2017 (115Mi transactions) increased by 24.8% year-on-year.</a:t>
            </a:r>
            <a:endParaRPr sz="1048">
              <a:latin typeface="Rubik Light"/>
              <a:ea typeface="Rubik Light"/>
              <a:cs typeface="Rubik Light"/>
              <a:sym typeface="Rubik Light"/>
            </a:endParaRPr>
          </a:p>
          <a:p>
            <a:pPr indent="-295148" lvl="0" marL="457200" rtl="0" algn="l">
              <a:lnSpc>
                <a:spcPct val="110000"/>
              </a:lnSpc>
              <a:spcBef>
                <a:spcPts val="300"/>
              </a:spcBef>
              <a:spcAft>
                <a:spcPts val="0"/>
              </a:spcAft>
              <a:buSzPts val="1048"/>
              <a:buFont typeface="Rubik Light"/>
              <a:buChar char="●"/>
            </a:pPr>
            <a:r>
              <a:rPr lang="en" sz="1048">
                <a:latin typeface="Rubik Light"/>
                <a:ea typeface="Rubik Light"/>
                <a:cs typeface="Rubik Light"/>
                <a:sym typeface="Rubik Light"/>
              </a:rPr>
              <a:t>E-commerce market is growing rapidly.</a:t>
            </a:r>
            <a:endParaRPr sz="1048">
              <a:latin typeface="Rubik Light"/>
              <a:ea typeface="Rubik Light"/>
              <a:cs typeface="Rubik Light"/>
              <a:sym typeface="Rubik Light"/>
            </a:endParaRPr>
          </a:p>
          <a:p>
            <a:pPr indent="-295148" lvl="0" marL="457200" rtl="0" algn="l">
              <a:lnSpc>
                <a:spcPct val="110000"/>
              </a:lnSpc>
              <a:spcBef>
                <a:spcPts val="300"/>
              </a:spcBef>
              <a:spcAft>
                <a:spcPts val="0"/>
              </a:spcAft>
              <a:buSzPts val="1048"/>
              <a:buFont typeface="Rubik Light"/>
              <a:buChar char="●"/>
            </a:pPr>
            <a:r>
              <a:rPr lang="en" sz="1048">
                <a:latin typeface="Rubik Light"/>
                <a:ea typeface="Rubik Light"/>
                <a:cs typeface="Rubik Light"/>
                <a:sym typeface="Rubik Light"/>
              </a:rPr>
              <a:t>The number of online buyers is projected to reach 37 million by 2025. </a:t>
            </a:r>
            <a:endParaRPr sz="1048">
              <a:latin typeface="Rubik Light"/>
              <a:ea typeface="Rubik Light"/>
              <a:cs typeface="Rubik Light"/>
              <a:sym typeface="Rubik Light"/>
            </a:endParaRPr>
          </a:p>
          <a:p>
            <a:pPr indent="-295148" lvl="0" marL="457200" rtl="0" algn="l">
              <a:lnSpc>
                <a:spcPct val="110000"/>
              </a:lnSpc>
              <a:spcBef>
                <a:spcPts val="300"/>
              </a:spcBef>
              <a:spcAft>
                <a:spcPts val="0"/>
              </a:spcAft>
              <a:buSzPts val="1048"/>
              <a:buFont typeface="Rubik Light"/>
              <a:buChar char="●"/>
            </a:pPr>
            <a:r>
              <a:rPr lang="en" sz="1048">
                <a:latin typeface="Rubik Light"/>
                <a:ea typeface="Rubik Light"/>
                <a:cs typeface="Rubik Light"/>
                <a:sym typeface="Rubik Light"/>
              </a:rPr>
              <a:t>Consumer electronics remained one of the top categories for online purchases.</a:t>
            </a:r>
            <a:endParaRPr sz="1048">
              <a:latin typeface="Rubik Light"/>
              <a:ea typeface="Rubik Light"/>
              <a:cs typeface="Rubik Light"/>
              <a:sym typeface="Rubik Light"/>
            </a:endParaRPr>
          </a:p>
          <a:p>
            <a:pPr indent="-295148" lvl="0" marL="457200" rtl="0" algn="l">
              <a:lnSpc>
                <a:spcPct val="110000"/>
              </a:lnSpc>
              <a:spcBef>
                <a:spcPts val="300"/>
              </a:spcBef>
              <a:spcAft>
                <a:spcPts val="0"/>
              </a:spcAft>
              <a:buSzPts val="1048"/>
              <a:buFont typeface="Rubik Light"/>
              <a:buChar char="●"/>
            </a:pPr>
            <a:r>
              <a:rPr lang="en" sz="1048">
                <a:latin typeface="Rubik Light"/>
                <a:ea typeface="Rubik Light"/>
                <a:cs typeface="Rubik Light"/>
                <a:sym typeface="Rubik Light"/>
              </a:rPr>
              <a:t>Spanish consumers are demanding, prioritizing free returns, quick delivery, and product quality.</a:t>
            </a:r>
            <a:endParaRPr sz="1048">
              <a:latin typeface="Rubik Light"/>
              <a:ea typeface="Rubik Light"/>
              <a:cs typeface="Rubik Light"/>
              <a:sym typeface="Rubik Light"/>
            </a:endParaRPr>
          </a:p>
          <a:p>
            <a:pPr indent="-295148" lvl="0" marL="457200" rtl="0" algn="l">
              <a:lnSpc>
                <a:spcPct val="110000"/>
              </a:lnSpc>
              <a:spcBef>
                <a:spcPts val="300"/>
              </a:spcBef>
              <a:spcAft>
                <a:spcPts val="300"/>
              </a:spcAft>
              <a:buSzPts val="1048"/>
              <a:buFont typeface="Rubik Light"/>
              <a:buChar char="●"/>
            </a:pPr>
            <a:r>
              <a:rPr lang="en" sz="1048">
                <a:latin typeface="Rubik Light"/>
                <a:ea typeface="Rubik Light"/>
                <a:cs typeface="Rubik Light"/>
                <a:sym typeface="Rubik Light"/>
              </a:rPr>
              <a:t>Spanish consumers are highly price-conscious, often abandoning brands for cheaper alternatives (75% search for better deals).</a:t>
            </a:r>
            <a:endParaRPr sz="1048">
              <a:latin typeface="Rubik Light"/>
              <a:ea typeface="Rubik Light"/>
              <a:cs typeface="Rubik Light"/>
              <a:sym typeface="Rubik Light"/>
            </a:endParaRPr>
          </a:p>
        </p:txBody>
      </p:sp>
      <p:pic>
        <p:nvPicPr>
          <p:cNvPr id="121" name="Google Shape;121;p20"/>
          <p:cNvPicPr preferRelativeResize="0"/>
          <p:nvPr/>
        </p:nvPicPr>
        <p:blipFill>
          <a:blip r:embed="rId3">
            <a:alphaModFix/>
          </a:blip>
          <a:stretch>
            <a:fillRect/>
          </a:stretch>
        </p:blipFill>
        <p:spPr>
          <a:xfrm>
            <a:off x="5059249" y="1848175"/>
            <a:ext cx="3317849" cy="2075876"/>
          </a:xfrm>
          <a:prstGeom prst="rect">
            <a:avLst/>
          </a:prstGeom>
          <a:noFill/>
          <a:ln>
            <a:noFill/>
          </a:ln>
        </p:spPr>
      </p:pic>
      <p:sp>
        <p:nvSpPr>
          <p:cNvPr id="122" name="Google Shape;122;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ph type="title"/>
          </p:nvPr>
        </p:nvSpPr>
        <p:spPr>
          <a:xfrm>
            <a:off x="510525" y="1555000"/>
            <a:ext cx="7821300" cy="189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FF0000"/>
                </a:solidFill>
              </a:rPr>
              <a:t>Price Sensitivity and Consumer Behaviour Drivers</a:t>
            </a:r>
            <a:r>
              <a:rPr lang="en"/>
              <a:t> lead to explore the discounts strategy at Eniac</a:t>
            </a:r>
            <a:endParaRPr/>
          </a:p>
        </p:txBody>
      </p:sp>
      <p:sp>
        <p:nvSpPr>
          <p:cNvPr id="128" name="Google Shape;12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type="title"/>
          </p:nvPr>
        </p:nvSpPr>
        <p:spPr>
          <a:xfrm>
            <a:off x="688350" y="695675"/>
            <a:ext cx="7767300" cy="1934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990"/>
              <a:buNone/>
            </a:pPr>
            <a:r>
              <a:rPr lang="en" sz="3000"/>
              <a:t>Product Categories</a:t>
            </a:r>
            <a:endParaRPr sz="3000"/>
          </a:p>
        </p:txBody>
      </p:sp>
      <p:sp>
        <p:nvSpPr>
          <p:cNvPr id="134" name="Google Shape;134;p22"/>
          <p:cNvSpPr txBox="1"/>
          <p:nvPr/>
        </p:nvSpPr>
        <p:spPr>
          <a:xfrm>
            <a:off x="666150" y="2886275"/>
            <a:ext cx="77895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
                <a:latin typeface="Roboto Light"/>
                <a:ea typeface="Roboto Light"/>
                <a:cs typeface="Roboto Light"/>
                <a:sym typeface="Roboto Light"/>
              </a:rPr>
              <a:t>Though Eniac is an Apple based online marketplace, the platform hosts products from many other brands. Also, there is a diverse range of products available on the platform.</a:t>
            </a:r>
            <a:endParaRPr b="0" i="0" sz="1400" u="none" cap="none" strike="noStrike">
              <a:solidFill>
                <a:srgbClr val="000000"/>
              </a:solidFill>
              <a:latin typeface="Roboto Light"/>
              <a:ea typeface="Roboto Light"/>
              <a:cs typeface="Roboto Light"/>
              <a:sym typeface="Roboto Light"/>
            </a:endParaRPr>
          </a:p>
        </p:txBody>
      </p:sp>
      <p:sp>
        <p:nvSpPr>
          <p:cNvPr id="135" name="Google Shape;135;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41" name="Google Shape;141;p23"/>
          <p:cNvPicPr preferRelativeResize="0"/>
          <p:nvPr/>
        </p:nvPicPr>
        <p:blipFill>
          <a:blip r:embed="rId3">
            <a:alphaModFix/>
          </a:blip>
          <a:stretch>
            <a:fillRect/>
          </a:stretch>
        </p:blipFill>
        <p:spPr>
          <a:xfrm>
            <a:off x="325513" y="425675"/>
            <a:ext cx="8492974" cy="4292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47" name="Google Shape;147;p24"/>
          <p:cNvPicPr preferRelativeResize="0"/>
          <p:nvPr/>
        </p:nvPicPr>
        <p:blipFill>
          <a:blip r:embed="rId3">
            <a:alphaModFix/>
          </a:blip>
          <a:stretch>
            <a:fillRect/>
          </a:stretch>
        </p:blipFill>
        <p:spPr>
          <a:xfrm>
            <a:off x="171300" y="466635"/>
            <a:ext cx="8800400" cy="4220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5"/>
          <p:cNvSpPr txBox="1"/>
          <p:nvPr>
            <p:ph type="title"/>
          </p:nvPr>
        </p:nvSpPr>
        <p:spPr>
          <a:xfrm>
            <a:off x="688350" y="560866"/>
            <a:ext cx="7767300" cy="930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990"/>
              <a:buNone/>
            </a:pPr>
            <a:r>
              <a:rPr lang="en" sz="3000"/>
              <a:t>Revenues at Eniac</a:t>
            </a:r>
            <a:endParaRPr sz="3000"/>
          </a:p>
        </p:txBody>
      </p:sp>
      <p:sp>
        <p:nvSpPr>
          <p:cNvPr id="153" name="Google Shape;153;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54" name="Google Shape;154;p25" title="1_brand_revenue.png"/>
          <p:cNvPicPr preferRelativeResize="0"/>
          <p:nvPr/>
        </p:nvPicPr>
        <p:blipFill>
          <a:blip r:embed="rId3">
            <a:alphaModFix/>
          </a:blip>
          <a:stretch>
            <a:fillRect/>
          </a:stretch>
        </p:blipFill>
        <p:spPr>
          <a:xfrm>
            <a:off x="591085" y="1444625"/>
            <a:ext cx="3831376" cy="2844070"/>
          </a:xfrm>
          <a:prstGeom prst="rect">
            <a:avLst/>
          </a:prstGeom>
          <a:noFill/>
          <a:ln>
            <a:noFill/>
          </a:ln>
        </p:spPr>
      </p:pic>
      <p:pic>
        <p:nvPicPr>
          <p:cNvPr id="155" name="Google Shape;155;p25" title="2_product_category_revenue.png"/>
          <p:cNvPicPr preferRelativeResize="0"/>
          <p:nvPr/>
        </p:nvPicPr>
        <p:blipFill>
          <a:blip r:embed="rId4">
            <a:alphaModFix/>
          </a:blip>
          <a:stretch>
            <a:fillRect/>
          </a:stretch>
        </p:blipFill>
        <p:spPr>
          <a:xfrm>
            <a:off x="4723834" y="1446122"/>
            <a:ext cx="3831377" cy="28410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61" name="Google Shape;161;p26"/>
          <p:cNvSpPr txBox="1"/>
          <p:nvPr>
            <p:ph type="title"/>
          </p:nvPr>
        </p:nvSpPr>
        <p:spPr>
          <a:xfrm>
            <a:off x="688350" y="560866"/>
            <a:ext cx="7767300" cy="93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000"/>
              <a:t>Average Product Prices</a:t>
            </a:r>
            <a:endParaRPr sz="3000"/>
          </a:p>
        </p:txBody>
      </p:sp>
      <p:pic>
        <p:nvPicPr>
          <p:cNvPr id="162" name="Google Shape;162;p26"/>
          <p:cNvPicPr preferRelativeResize="0"/>
          <p:nvPr/>
        </p:nvPicPr>
        <p:blipFill>
          <a:blip r:embed="rId3">
            <a:alphaModFix/>
          </a:blip>
          <a:stretch>
            <a:fillRect/>
          </a:stretch>
        </p:blipFill>
        <p:spPr>
          <a:xfrm>
            <a:off x="186645" y="1789189"/>
            <a:ext cx="4409505" cy="2176850"/>
          </a:xfrm>
          <a:prstGeom prst="rect">
            <a:avLst/>
          </a:prstGeom>
          <a:noFill/>
          <a:ln>
            <a:noFill/>
          </a:ln>
        </p:spPr>
      </p:pic>
      <p:pic>
        <p:nvPicPr>
          <p:cNvPr id="163" name="Google Shape;163;p26"/>
          <p:cNvPicPr preferRelativeResize="0"/>
          <p:nvPr/>
        </p:nvPicPr>
        <p:blipFill>
          <a:blip r:embed="rId4">
            <a:alphaModFix/>
          </a:blip>
          <a:stretch>
            <a:fillRect/>
          </a:stretch>
        </p:blipFill>
        <p:spPr>
          <a:xfrm>
            <a:off x="4645047" y="1789175"/>
            <a:ext cx="4398407" cy="2176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69" name="Google Shape;169;p27"/>
          <p:cNvSpPr txBox="1"/>
          <p:nvPr>
            <p:ph type="title"/>
          </p:nvPr>
        </p:nvSpPr>
        <p:spPr>
          <a:xfrm>
            <a:off x="688350" y="560866"/>
            <a:ext cx="7767300" cy="93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000"/>
              <a:t>Average Product Prices</a:t>
            </a:r>
            <a:endParaRPr sz="3000"/>
          </a:p>
        </p:txBody>
      </p:sp>
      <p:pic>
        <p:nvPicPr>
          <p:cNvPr id="170" name="Google Shape;170;p27"/>
          <p:cNvPicPr preferRelativeResize="0"/>
          <p:nvPr/>
        </p:nvPicPr>
        <p:blipFill>
          <a:blip r:embed="rId3">
            <a:alphaModFix/>
          </a:blip>
          <a:stretch>
            <a:fillRect/>
          </a:stretch>
        </p:blipFill>
        <p:spPr>
          <a:xfrm>
            <a:off x="4641841" y="1536600"/>
            <a:ext cx="4419633" cy="2181825"/>
          </a:xfrm>
          <a:prstGeom prst="rect">
            <a:avLst/>
          </a:prstGeom>
          <a:noFill/>
          <a:ln>
            <a:noFill/>
          </a:ln>
        </p:spPr>
      </p:pic>
      <p:pic>
        <p:nvPicPr>
          <p:cNvPr id="171" name="Google Shape;171;p27"/>
          <p:cNvPicPr preferRelativeResize="0"/>
          <p:nvPr/>
        </p:nvPicPr>
        <p:blipFill>
          <a:blip r:embed="rId4">
            <a:alphaModFix/>
          </a:blip>
          <a:stretch>
            <a:fillRect/>
          </a:stretch>
        </p:blipFill>
        <p:spPr>
          <a:xfrm>
            <a:off x="142030" y="1556400"/>
            <a:ext cx="4419600" cy="218182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77" name="Google Shape;177;p28" title="top_10_products_sold_with_discounts.png"/>
          <p:cNvPicPr preferRelativeResize="0"/>
          <p:nvPr/>
        </p:nvPicPr>
        <p:blipFill>
          <a:blip r:embed="rId3">
            <a:alphaModFix/>
          </a:blip>
          <a:stretch>
            <a:fillRect/>
          </a:stretch>
        </p:blipFill>
        <p:spPr>
          <a:xfrm>
            <a:off x="2103550" y="1555875"/>
            <a:ext cx="4936901" cy="2962150"/>
          </a:xfrm>
          <a:prstGeom prst="rect">
            <a:avLst/>
          </a:prstGeom>
          <a:noFill/>
          <a:ln>
            <a:noFill/>
          </a:ln>
        </p:spPr>
      </p:pic>
      <p:sp>
        <p:nvSpPr>
          <p:cNvPr id="178" name="Google Shape;178;p28"/>
          <p:cNvSpPr txBox="1"/>
          <p:nvPr>
            <p:ph type="title"/>
          </p:nvPr>
        </p:nvSpPr>
        <p:spPr>
          <a:xfrm>
            <a:off x="688350" y="560866"/>
            <a:ext cx="7767300" cy="93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000"/>
              <a:t>Discounts &amp; Strategy</a:t>
            </a:r>
            <a:endParaRPr sz="3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705150" y="463975"/>
            <a:ext cx="7767300" cy="874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990"/>
              <a:buNone/>
            </a:pPr>
            <a:r>
              <a:rPr lang="en" sz="1700"/>
              <a:t>Smartphone Analysis: Strategic Timing vs. Discount Impact</a:t>
            </a:r>
            <a:endParaRPr sz="1700"/>
          </a:p>
        </p:txBody>
      </p:sp>
      <p:sp>
        <p:nvSpPr>
          <p:cNvPr id="184" name="Google Shape;184;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85" name="Google Shape;185;p29" title="Screenshot 2026-01-29 at 12.24.14.png"/>
          <p:cNvPicPr preferRelativeResize="0"/>
          <p:nvPr/>
        </p:nvPicPr>
        <p:blipFill>
          <a:blip r:embed="rId3">
            <a:alphaModFix/>
          </a:blip>
          <a:stretch>
            <a:fillRect/>
          </a:stretch>
        </p:blipFill>
        <p:spPr>
          <a:xfrm>
            <a:off x="2551000" y="1083850"/>
            <a:ext cx="4301776" cy="3579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txBox="1"/>
          <p:nvPr>
            <p:ph type="title"/>
          </p:nvPr>
        </p:nvSpPr>
        <p:spPr>
          <a:xfrm>
            <a:off x="688350" y="695675"/>
            <a:ext cx="7767300" cy="883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990"/>
              <a:buNone/>
            </a:pPr>
            <a:r>
              <a:rPr lang="en" sz="3000"/>
              <a:t>Data Collection</a:t>
            </a:r>
            <a:endParaRPr sz="3000"/>
          </a:p>
        </p:txBody>
      </p:sp>
      <p:sp>
        <p:nvSpPr>
          <p:cNvPr id="191" name="Google Shape;191;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graphicFrame>
        <p:nvGraphicFramePr>
          <p:cNvPr id="192" name="Google Shape;192;p30"/>
          <p:cNvGraphicFramePr/>
          <p:nvPr/>
        </p:nvGraphicFramePr>
        <p:xfrm>
          <a:off x="478738" y="1426125"/>
          <a:ext cx="3000000" cy="3000000"/>
        </p:xfrm>
        <a:graphic>
          <a:graphicData uri="http://schemas.openxmlformats.org/drawingml/2006/table">
            <a:tbl>
              <a:tblPr>
                <a:noFill/>
                <a:tableStyleId>{072D6273-3D3D-46A0-9595-4D8AFD8BBCAA}</a:tableStyleId>
              </a:tblPr>
              <a:tblGrid>
                <a:gridCol w="1802300"/>
                <a:gridCol w="6374975"/>
              </a:tblGrid>
              <a:tr h="381000">
                <a:tc>
                  <a:txBody>
                    <a:bodyPr/>
                    <a:lstStyle/>
                    <a:p>
                      <a:pPr indent="0" lvl="0" marL="0" rtl="0" algn="l">
                        <a:spcBef>
                          <a:spcPts val="0"/>
                        </a:spcBef>
                        <a:spcAft>
                          <a:spcPts val="0"/>
                        </a:spcAft>
                        <a:buNone/>
                      </a:pPr>
                      <a:r>
                        <a:rPr b="1" lang="en"/>
                        <a:t>Aspect</a:t>
                      </a:r>
                      <a:endParaRPr b="1"/>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b="1" lang="en"/>
                        <a:t>Issue</a:t>
                      </a:r>
                      <a:endParaRPr b="1"/>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r>
              <a:tr h="381000">
                <a:tc>
                  <a:txBody>
                    <a:bodyPr/>
                    <a:lstStyle/>
                    <a:p>
                      <a:pPr indent="0" lvl="0" marL="0" rtl="0" algn="l">
                        <a:spcBef>
                          <a:spcPts val="0"/>
                        </a:spcBef>
                        <a:spcAft>
                          <a:spcPts val="0"/>
                        </a:spcAft>
                        <a:buNone/>
                      </a:pPr>
                      <a:r>
                        <a:rPr lang="en"/>
                        <a:t>discounts</a:t>
                      </a:r>
                      <a:endParaRPr/>
                    </a:p>
                  </a:txBody>
                  <a:tcPr marT="91425" marB="91425" marR="91425" marL="91425">
                    <a:lnT cap="flat" cmpd="sng" w="9525">
                      <a:solidFill>
                        <a:srgbClr val="CCCCCC"/>
                      </a:solidFill>
                      <a:prstDash val="solid"/>
                      <a:round/>
                      <a:headEnd len="sm" w="sm" type="none"/>
                      <a:tailEnd len="sm" w="sm" type="none"/>
                    </a:lnT>
                  </a:tcPr>
                </a:tc>
                <a:tc>
                  <a:txBody>
                    <a:bodyPr/>
                    <a:lstStyle/>
                    <a:p>
                      <a:pPr indent="0" lvl="0" marL="0" rtl="0" algn="l">
                        <a:spcBef>
                          <a:spcPts val="0"/>
                        </a:spcBef>
                        <a:spcAft>
                          <a:spcPts val="0"/>
                        </a:spcAft>
                        <a:buNone/>
                      </a:pPr>
                      <a:r>
                        <a:rPr lang="en"/>
                        <a:t>calculated based on available date and assumptions. </a:t>
                      </a:r>
                      <a:endParaRPr/>
                    </a:p>
                  </a:txBody>
                  <a:tcPr marT="91425" marB="91425" marR="91425" marL="91425">
                    <a:lnT cap="flat" cmpd="sng" w="9525">
                      <a:solidFill>
                        <a:srgbClr val="CCCCCC"/>
                      </a:solidFill>
                      <a:prstDash val="solid"/>
                      <a:round/>
                      <a:headEnd len="sm" w="sm" type="none"/>
                      <a:tailEnd len="sm" w="sm" type="none"/>
                    </a:lnT>
                  </a:tcPr>
                </a:tc>
              </a:tr>
              <a:tr h="405450">
                <a:tc>
                  <a:txBody>
                    <a:bodyPr/>
                    <a:lstStyle/>
                    <a:p>
                      <a:pPr indent="0" lvl="0" marL="0" rtl="0" algn="l">
                        <a:spcBef>
                          <a:spcPts val="0"/>
                        </a:spcBef>
                        <a:spcAft>
                          <a:spcPts val="0"/>
                        </a:spcAft>
                        <a:buNone/>
                      </a:pPr>
                      <a:r>
                        <a:rPr lang="en"/>
                        <a:t>Cost</a:t>
                      </a:r>
                      <a:endParaRPr/>
                    </a:p>
                  </a:txBody>
                  <a:tcPr marT="91425" marB="91425" marR="91425" marL="91425"/>
                </a:tc>
                <a:tc>
                  <a:txBody>
                    <a:bodyPr/>
                    <a:lstStyle/>
                    <a:p>
                      <a:pPr indent="0" lvl="0" marL="0" rtl="0" algn="l">
                        <a:spcBef>
                          <a:spcPts val="0"/>
                        </a:spcBef>
                        <a:spcAft>
                          <a:spcPts val="0"/>
                        </a:spcAft>
                        <a:buNone/>
                      </a:pPr>
                      <a:r>
                        <a:rPr lang="en"/>
                        <a:t>Actual cost of the products is not available.</a:t>
                      </a:r>
                      <a:endParaRPr/>
                    </a:p>
                  </a:txBody>
                  <a:tcPr marT="91425" marB="91425" marR="91425" marL="91425"/>
                </a:tc>
              </a:tr>
              <a:tr h="405450">
                <a:tc>
                  <a:txBody>
                    <a:bodyPr/>
                    <a:lstStyle/>
                    <a:p>
                      <a:pPr indent="0" lvl="0" marL="0" rtl="0" algn="l">
                        <a:spcBef>
                          <a:spcPts val="0"/>
                        </a:spcBef>
                        <a:spcAft>
                          <a:spcPts val="0"/>
                        </a:spcAft>
                        <a:buNone/>
                      </a:pPr>
                      <a:r>
                        <a:rPr lang="en"/>
                        <a:t>Nan values</a:t>
                      </a:r>
                      <a:endParaRPr/>
                    </a:p>
                  </a:txBody>
                  <a:tcPr marT="91425" marB="91425" marR="91425" marL="91425"/>
                </a:tc>
                <a:tc>
                  <a:txBody>
                    <a:bodyPr/>
                    <a:lstStyle/>
                    <a:p>
                      <a:pPr indent="0" lvl="0" marL="0" rtl="0" algn="l">
                        <a:spcBef>
                          <a:spcPts val="0"/>
                        </a:spcBef>
                        <a:spcAft>
                          <a:spcPts val="0"/>
                        </a:spcAft>
                        <a:buNone/>
                      </a:pPr>
                      <a:r>
                        <a:rPr lang="en"/>
                        <a:t>Were hindering the necessary calculations </a:t>
                      </a:r>
                      <a:endParaRPr/>
                    </a:p>
                  </a:txBody>
                  <a:tcPr marT="91425" marB="91425" marR="91425" marL="91425"/>
                </a:tc>
              </a:tr>
              <a:tr h="405450">
                <a:tc>
                  <a:txBody>
                    <a:bodyPr/>
                    <a:lstStyle/>
                    <a:p>
                      <a:pPr indent="0" lvl="0" marL="0" rtl="0" algn="l">
                        <a:spcBef>
                          <a:spcPts val="0"/>
                        </a:spcBef>
                        <a:spcAft>
                          <a:spcPts val="0"/>
                        </a:spcAft>
                        <a:buNone/>
                      </a:pPr>
                      <a:r>
                        <a:rPr lang="en"/>
                        <a:t>Decimal separators</a:t>
                      </a:r>
                      <a:endParaRPr/>
                    </a:p>
                  </a:txBody>
                  <a:tcPr marT="91425" marB="91425" marR="91425" marL="91425"/>
                </a:tc>
                <a:tc>
                  <a:txBody>
                    <a:bodyPr/>
                    <a:lstStyle/>
                    <a:p>
                      <a:pPr indent="0" lvl="0" marL="0" rtl="0" algn="l">
                        <a:spcBef>
                          <a:spcPts val="0"/>
                        </a:spcBef>
                        <a:spcAft>
                          <a:spcPts val="0"/>
                        </a:spcAft>
                        <a:buNone/>
                      </a:pPr>
                      <a:r>
                        <a:rPr lang="en"/>
                        <a:t>Too many mixed values with multiple decimals. Standardisation needed.</a:t>
                      </a:r>
                      <a:endParaRPr/>
                    </a:p>
                  </a:txBody>
                  <a:tcPr marT="91425" marB="91425" marR="91425" marL="91425"/>
                </a:tc>
              </a:tr>
              <a:tr h="405450">
                <a:tc>
                  <a:txBody>
                    <a:bodyPr/>
                    <a:lstStyle/>
                    <a:p>
                      <a:pPr indent="0" lvl="0" marL="0" rtl="0" algn="l">
                        <a:spcBef>
                          <a:spcPts val="0"/>
                        </a:spcBef>
                        <a:spcAft>
                          <a:spcPts val="0"/>
                        </a:spcAft>
                        <a:buNone/>
                      </a:pPr>
                      <a:r>
                        <a:rPr lang="en"/>
                        <a:t>Product placement</a:t>
                      </a:r>
                      <a:endParaRPr/>
                    </a:p>
                  </a:txBody>
                  <a:tcPr marT="91425" marB="91425" marR="91425" marL="91425"/>
                </a:tc>
                <a:tc>
                  <a:txBody>
                    <a:bodyPr/>
                    <a:lstStyle/>
                    <a:p>
                      <a:pPr indent="0" lvl="0" marL="0" rtl="0" algn="l">
                        <a:spcBef>
                          <a:spcPts val="0"/>
                        </a:spcBef>
                        <a:spcAft>
                          <a:spcPts val="0"/>
                        </a:spcAft>
                        <a:buNone/>
                      </a:pPr>
                      <a:r>
                        <a:rPr lang="en"/>
                        <a:t>Were placed in different categories (created outliers)</a:t>
                      </a:r>
                      <a:endParaRPr/>
                    </a:p>
                  </a:txBody>
                  <a:tcPr marT="91425" marB="91425" marR="91425" marL="91425"/>
                </a:tc>
              </a:tr>
              <a:tr h="405450">
                <a:tc>
                  <a:txBody>
                    <a:bodyPr/>
                    <a:lstStyle/>
                    <a:p>
                      <a:pPr indent="0" lvl="0" marL="0" rtl="0" algn="l">
                        <a:spcBef>
                          <a:spcPts val="0"/>
                        </a:spcBef>
                        <a:spcAft>
                          <a:spcPts val="0"/>
                        </a:spcAft>
                        <a:buNone/>
                      </a:pPr>
                      <a:r>
                        <a:rPr lang="en"/>
                        <a:t>Small proportion of the working data</a:t>
                      </a:r>
                      <a:endParaRPr/>
                    </a:p>
                  </a:txBody>
                  <a:tcPr marT="91425" marB="91425" marR="91425" marL="91425"/>
                </a:tc>
                <a:tc>
                  <a:txBody>
                    <a:bodyPr/>
                    <a:lstStyle/>
                    <a:p>
                      <a:pPr indent="0" lvl="0" marL="0" rtl="0" algn="l">
                        <a:spcBef>
                          <a:spcPts val="0"/>
                        </a:spcBef>
                        <a:spcAft>
                          <a:spcPts val="0"/>
                        </a:spcAft>
                        <a:buNone/>
                      </a:pPr>
                      <a:r>
                        <a:rPr lang="en"/>
                        <a:t>Out of ~270,000 lines of data only 50,000-60,000 lines (only completed orders) were considered for this analysis.</a:t>
                      </a:r>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1"/>
          <p:cNvSpPr txBox="1"/>
          <p:nvPr>
            <p:ph type="title"/>
          </p:nvPr>
        </p:nvSpPr>
        <p:spPr>
          <a:xfrm>
            <a:off x="743925" y="723650"/>
            <a:ext cx="77673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Conclusion</a:t>
            </a:r>
            <a:endParaRPr/>
          </a:p>
        </p:txBody>
      </p:sp>
      <p:sp>
        <p:nvSpPr>
          <p:cNvPr id="198" name="Google Shape;198;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99" name="Google Shape;199;p31"/>
          <p:cNvSpPr txBox="1"/>
          <p:nvPr/>
        </p:nvSpPr>
        <p:spPr>
          <a:xfrm>
            <a:off x="1540275" y="1931350"/>
            <a:ext cx="5338200" cy="9234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Font typeface="Roboto Light"/>
              <a:buChar char="●"/>
            </a:pPr>
            <a:r>
              <a:rPr lang="en" sz="1600">
                <a:solidFill>
                  <a:schemeClr val="dk2"/>
                </a:solidFill>
                <a:latin typeface="Roboto Light"/>
                <a:ea typeface="Roboto Light"/>
                <a:cs typeface="Roboto Light"/>
                <a:sym typeface="Roboto Light"/>
              </a:rPr>
              <a:t>We need more </a:t>
            </a:r>
            <a:r>
              <a:rPr lang="en" sz="1600">
                <a:solidFill>
                  <a:schemeClr val="dk2"/>
                </a:solidFill>
                <a:latin typeface="Roboto Light"/>
                <a:ea typeface="Roboto Light"/>
                <a:cs typeface="Roboto Light"/>
                <a:sym typeface="Roboto Light"/>
              </a:rPr>
              <a:t>information</a:t>
            </a:r>
            <a:r>
              <a:rPr lang="en" sz="1600">
                <a:solidFill>
                  <a:schemeClr val="dk2"/>
                </a:solidFill>
                <a:latin typeface="Roboto Light"/>
                <a:ea typeface="Roboto Light"/>
                <a:cs typeface="Roboto Light"/>
                <a:sym typeface="Roboto Light"/>
              </a:rPr>
              <a:t> to give a final conclusion as discounts prove to be both beneficial and detrimental as well!</a:t>
            </a:r>
            <a:endParaRPr sz="1600">
              <a:solidFill>
                <a:schemeClr val="dk2"/>
              </a:solidFill>
              <a:latin typeface="Roboto Light"/>
              <a:ea typeface="Roboto Light"/>
              <a:cs typeface="Roboto Light"/>
              <a:sym typeface="Roboto Light"/>
            </a:endParaRPr>
          </a:p>
        </p:txBody>
      </p:sp>
      <p:sp>
        <p:nvSpPr>
          <p:cNvPr id="200" name="Google Shape;200;p31"/>
          <p:cNvSpPr txBox="1"/>
          <p:nvPr>
            <p:ph type="title"/>
          </p:nvPr>
        </p:nvSpPr>
        <p:spPr>
          <a:xfrm>
            <a:off x="802975" y="3074475"/>
            <a:ext cx="77673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WBS CODING SCHOOL theme">
  <a:themeElements>
    <a:clrScheme name="Simple Light">
      <a:dk1>
        <a:srgbClr val="292929"/>
      </a:dk1>
      <a:lt1>
        <a:srgbClr val="FFFFFF"/>
      </a:lt1>
      <a:dk2>
        <a:srgbClr val="595C5D"/>
      </a:dk2>
      <a:lt2>
        <a:srgbClr val="EBEBEB"/>
      </a:lt2>
      <a:accent1>
        <a:srgbClr val="007398"/>
      </a:accent1>
      <a:accent2>
        <a:srgbClr val="212121"/>
      </a:accent2>
      <a:accent3>
        <a:srgbClr val="78909C"/>
      </a:accent3>
      <a:accent4>
        <a:srgbClr val="F8485E"/>
      </a:accent4>
      <a:accent5>
        <a:srgbClr val="4BA5C2"/>
      </a:accent5>
      <a:accent6>
        <a:srgbClr val="595C5D"/>
      </a:accent6>
      <a:hlink>
        <a:srgbClr val="00739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